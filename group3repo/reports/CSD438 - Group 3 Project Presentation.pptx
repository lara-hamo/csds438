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8" r:id="rId4"/>
    <p:sldMasterId id="214748373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Inter-bold.fntdata"/><Relationship Id="rId21" Type="http://schemas.openxmlformats.org/officeDocument/2006/relationships/font" Target="fonts/Inter-regular.fntdata"/><Relationship Id="rId24" Type="http://schemas.openxmlformats.org/officeDocument/2006/relationships/font" Target="fonts/Inter-boldItalic.fntdata"/><Relationship Id="rId23" Type="http://schemas.openxmlformats.org/officeDocument/2006/relationships/font" Target="fonts/Inter-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1" name="Google Shape;71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2" name="Google Shape;72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d961948d34_1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3d961948d34_1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d961948d34_1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3d961948d34_1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d961948d34_1_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3d961948d34_1_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To analyze large collections of novels, we first needed to transform raw text into a structured format. Raw text is inherently noisy—containing punctuation, inconsistent casing, and common words that don’t contribute meaningful insight.</a:t>
            </a:r>
            <a:endParaRPr/>
          </a:p>
          <a:p>
            <a:pPr indent="0" lvl="0" marL="0" rtl="0" algn="l">
              <a:lnSpc>
                <a:spcPct val="115000"/>
              </a:lnSpc>
              <a:spcBef>
                <a:spcPts val="1200"/>
              </a:spcBef>
              <a:spcAft>
                <a:spcPts val="0"/>
              </a:spcAft>
              <a:buClr>
                <a:schemeClr val="dk1"/>
              </a:buClr>
              <a:buSzPts val="1100"/>
              <a:buFont typeface="Arial"/>
              <a:buNone/>
            </a:pPr>
            <a:r>
              <a:rPr lang="en"/>
              <a:t>To address this, we built a scalable text preprocessing pipeline using Hadoop Streaming with Python.</a:t>
            </a:r>
            <a:endParaRPr/>
          </a:p>
          <a:p>
            <a:pPr indent="0" lvl="0" marL="0" rtl="0" algn="l">
              <a:spcBef>
                <a:spcPts val="1200"/>
              </a:spcBef>
              <a:spcAft>
                <a:spcPts val="0"/>
              </a:spcAft>
              <a:buNone/>
            </a:pPr>
            <a:r>
              <a:rPr lang="en"/>
              <a:t>We chose Python for the streaming implementation because it offers a balance between simplicity and flexibility. It allows us to quickly implement text processing logic while still integrating seamlessly with Hadoop’s distributed architecture. </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
              <a:t>The preprocessing happens primarily in the mapper. Each mapper processes a chunk of text independently and performs several steps:</a:t>
            </a:r>
            <a:endParaRPr/>
          </a:p>
          <a:p>
            <a:pPr indent="0" lvl="0" marL="0" rtl="0" algn="l">
              <a:lnSpc>
                <a:spcPct val="115000"/>
              </a:lnSpc>
              <a:spcBef>
                <a:spcPts val="1200"/>
              </a:spcBef>
              <a:spcAft>
                <a:spcPts val="0"/>
              </a:spcAft>
              <a:buClr>
                <a:schemeClr val="dk1"/>
              </a:buClr>
              <a:buSzPts val="1100"/>
              <a:buFont typeface="Arial"/>
              <a:buNone/>
            </a:pPr>
            <a:r>
              <a:rPr lang="en"/>
              <a:t>First, it normalizes the text by converting everything to lowercase and removing non-alphabetic characters.</a:t>
            </a:r>
            <a:endParaRPr/>
          </a:p>
          <a:p>
            <a:pPr indent="0" lvl="0" marL="0" rtl="0" algn="l">
              <a:lnSpc>
                <a:spcPct val="115000"/>
              </a:lnSpc>
              <a:spcBef>
                <a:spcPts val="1200"/>
              </a:spcBef>
              <a:spcAft>
                <a:spcPts val="0"/>
              </a:spcAft>
              <a:buClr>
                <a:schemeClr val="dk1"/>
              </a:buClr>
              <a:buSzPts val="1100"/>
              <a:buFont typeface="Arial"/>
              <a:buNone/>
            </a:pPr>
            <a:r>
              <a:rPr lang="en"/>
              <a:t>Next, it tokenizes the text into individual words.</a:t>
            </a:r>
            <a:endParaRPr/>
          </a:p>
          <a:p>
            <a:pPr indent="0" lvl="0" marL="0" rtl="0" algn="l">
              <a:lnSpc>
                <a:spcPct val="115000"/>
              </a:lnSpc>
              <a:spcBef>
                <a:spcPts val="1200"/>
              </a:spcBef>
              <a:spcAft>
                <a:spcPts val="0"/>
              </a:spcAft>
              <a:buClr>
                <a:schemeClr val="dk1"/>
              </a:buClr>
              <a:buSzPts val="1100"/>
              <a:buFont typeface="Arial"/>
              <a:buNone/>
            </a:pPr>
            <a:r>
              <a:rPr lang="en"/>
              <a:t>Then, it removes stopwords—common words like ‘the’ or ‘and’ that don’t add analytical value.</a:t>
            </a:r>
            <a:endParaRPr/>
          </a:p>
          <a:p>
            <a:pPr indent="0" lvl="0" marL="0" rtl="0" algn="l">
              <a:lnSpc>
                <a:spcPct val="115000"/>
              </a:lnSpc>
              <a:spcBef>
                <a:spcPts val="1200"/>
              </a:spcBef>
              <a:spcAft>
                <a:spcPts val="0"/>
              </a:spcAft>
              <a:buClr>
                <a:schemeClr val="dk1"/>
              </a:buClr>
              <a:buSzPts val="1100"/>
              <a:buFont typeface="Arial"/>
              <a:buNone/>
            </a:pPr>
            <a:r>
              <a:rPr lang="en"/>
              <a:t>Finally, it applies stemming to reduce words to their base form, allowing us to group similar terms together.</a:t>
            </a:r>
            <a:endParaRPr/>
          </a:p>
          <a:p>
            <a:pPr indent="0" lvl="0" marL="0" rtl="0" algn="l">
              <a:lnSpc>
                <a:spcPct val="115000"/>
              </a:lnSpc>
              <a:spcBef>
                <a:spcPts val="1200"/>
              </a:spcBef>
              <a:spcAft>
                <a:spcPts val="0"/>
              </a:spcAft>
              <a:buClr>
                <a:schemeClr val="dk1"/>
              </a:buClr>
              <a:buSzPts val="1100"/>
              <a:buFont typeface="Arial"/>
              <a:buNone/>
            </a:pPr>
            <a:r>
              <a:rPr lang="en"/>
              <a:t>After preprocessing, the mapper emits key-value pairs in the form of a word or phrase and a count of one.</a:t>
            </a:r>
            <a:endParaRPr/>
          </a:p>
          <a:p>
            <a:pPr indent="0" lvl="0" marL="0" rtl="0" algn="l">
              <a:lnSpc>
                <a:spcPct val="115000"/>
              </a:lnSpc>
              <a:spcBef>
                <a:spcPts val="1200"/>
              </a:spcBef>
              <a:spcAft>
                <a:spcPts val="0"/>
              </a:spcAft>
              <a:buClr>
                <a:schemeClr val="dk1"/>
              </a:buClr>
              <a:buSzPts val="1100"/>
              <a:buFont typeface="Arial"/>
              <a:buNone/>
            </a:pPr>
            <a:r>
              <a:rPr lang="en"/>
              <a:t>The reducer then aggregates these counts across all nodes, producing the total frequency of each term or phrase in the dataset.</a:t>
            </a:r>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
        <p:nvSpPr>
          <p:cNvPr id="773" name="Google Shape;773;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To go beyond single-word analysis, we extended the pipeline to generate N-grams.</a:t>
            </a:r>
            <a:endParaRPr/>
          </a:p>
          <a:p>
            <a:pPr indent="0" lvl="0" marL="0" rtl="0" algn="l">
              <a:lnSpc>
                <a:spcPct val="115000"/>
              </a:lnSpc>
              <a:spcBef>
                <a:spcPts val="1200"/>
              </a:spcBef>
              <a:spcAft>
                <a:spcPts val="0"/>
              </a:spcAft>
              <a:buClr>
                <a:schemeClr val="dk1"/>
              </a:buClr>
              <a:buSzPts val="1100"/>
              <a:buFont typeface="Arial"/>
              <a:buNone/>
            </a:pPr>
            <a:r>
              <a:rPr lang="en"/>
              <a:t>This allows us to capture meaningful phrases, such as ‘dark forest’ or ‘true love,’ rather than just individual words. The </a:t>
            </a:r>
            <a:r>
              <a:rPr lang="en"/>
              <a:t>difference</a:t>
            </a:r>
            <a:r>
              <a:rPr lang="en"/>
              <a:t> for running with ngrams and without is the preprocessing the line and generate the n grams. The only change is in the mapper file the same reducer python script can be used with and without n-grams implementation.</a:t>
            </a:r>
            <a:endParaRPr/>
          </a:p>
          <a:p>
            <a:pPr indent="0" lvl="0" marL="0" rtl="0" algn="l">
              <a:lnSpc>
                <a:spcPct val="115000"/>
              </a:lnSpc>
              <a:spcBef>
                <a:spcPts val="1200"/>
              </a:spcBef>
              <a:spcAft>
                <a:spcPts val="0"/>
              </a:spcAft>
              <a:buClr>
                <a:schemeClr val="dk1"/>
              </a:buClr>
              <a:buSzPts val="1100"/>
              <a:buFont typeface="Arial"/>
              <a:buNone/>
            </a:pPr>
            <a:r>
              <a:rPr lang="en"/>
              <a:t>By doing this, we gain better insight into patterns and themes across different categories of novels.</a:t>
            </a:r>
            <a:endParaRPr/>
          </a:p>
          <a:p>
            <a:pPr indent="0" lvl="0" marL="0" rtl="0" algn="l">
              <a:spcBef>
                <a:spcPts val="1200"/>
              </a:spcBef>
              <a:spcAft>
                <a:spcPts val="0"/>
              </a:spcAft>
              <a:buNone/>
            </a:pPr>
            <a:r>
              <a:t/>
            </a:r>
            <a:endParaRPr/>
          </a:p>
        </p:txBody>
      </p:sp>
      <p:sp>
        <p:nvSpPr>
          <p:cNvPr id="781" name="Google Shape;781;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There is a problem when running across nodes that the environments are inconsistent and that there are dependency conflicts so the solution to the problem is to put everything into a container. So </a:t>
            </a:r>
            <a:r>
              <a:rPr lang="en"/>
              <a:t>We created a Singularity definition file that packages our entire preprocessing pipeline—including N-gram generation—into a portable container. This ensures that every node in the Hadoop cluster runs the same environment, eliminating inconsistencies and enabling reproducible large-scale analysis. </a:t>
            </a:r>
            <a:endParaRPr/>
          </a:p>
        </p:txBody>
      </p:sp>
      <p:sp>
        <p:nvSpPr>
          <p:cNvPr id="788" name="Google Shape;788;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 everyone, my name is Max Malz. I’ll be covering the data collection and preparation portion of our project, including how we built the dataset and structured it in HDFS so the full pipeline could run efficiently in a distributed environment. Then I’ll be closing us out with future research and the conclusion, where this work can go next, how it can scale, and the bigger picture of what we found. For this project I was responsible for two things: building the dataset and organizing it in the distributed file system.</a:t>
            </a:r>
            <a:endParaRPr/>
          </a:p>
          <a:p>
            <a:pPr indent="0" lvl="0" marL="0" rtl="0" algn="l">
              <a:spcBef>
                <a:spcPts val="0"/>
              </a:spcBef>
              <a:spcAft>
                <a:spcPts val="0"/>
              </a:spcAft>
              <a:buNone/>
            </a:pPr>
            <a:r>
              <a:rPr lang="en"/>
              <a:t>For the dataset, we pulled 24 novels from Project Gutenberg,  that's a public domain literary archive. We split them into three popularity tiers based on Gutenberg's own download rankings. HIGH tier is your most-downloaded classics, Pride and Prejudice, Frankenstein, Sherlock Holmes. MEDIUM is well-known but less downloaded,  Dracula, Crime and Punishment, Dorian Gray. LOW tier rounds it out with Don Quixote, Great Expectations, Leviathan.</a:t>
            </a:r>
            <a:endParaRPr/>
          </a:p>
          <a:p>
            <a:pPr indent="0" lvl="0" marL="0" rtl="0" algn="l">
              <a:spcBef>
                <a:spcPts val="0"/>
              </a:spcBef>
              <a:spcAft>
                <a:spcPts val="0"/>
              </a:spcAft>
              <a:buNone/>
            </a:pPr>
            <a:r>
              <a:rPr lang="en"/>
              <a:t>I automated the entire collection with a Python script called collect_novels.py. It tries two different URL formats per book since Gutenberg isn't consistent, respects their rate limits with a delay between requests, and strips out the legal boilerplate that appears at the top and bottom of every file.</a:t>
            </a:r>
            <a:endParaRPr/>
          </a:p>
          <a:p>
            <a:pPr indent="0" lvl="0" marL="0" rtl="0" algn="l">
              <a:spcBef>
                <a:spcPts val="0"/>
              </a:spcBef>
              <a:spcAft>
                <a:spcPts val="0"/>
              </a:spcAft>
              <a:buNone/>
            </a:pPr>
            <a:r>
              <a:rPr lang="en"/>
              <a:t>After collection I ran a cleaning pipeline: unicode normalization, sentence splitting, lowercasing, removing non-alphabetic characters. The key design decision was outputting one sentence per line, because that's exactly what Hadoop's TextInputFormat expects when it splits input across mappers.</a:t>
            </a:r>
            <a:endParaRPr/>
          </a:p>
          <a:p>
            <a:pPr indent="0" lvl="0" marL="0" rtl="0" algn="l">
              <a:spcBef>
                <a:spcPts val="0"/>
              </a:spcBef>
              <a:spcAft>
                <a:spcPts val="0"/>
              </a:spcAft>
              <a:buNone/>
            </a:pPr>
            <a:r>
              <a:t/>
            </a:r>
            <a:endParaRPr/>
          </a:p>
        </p:txBody>
      </p:sp>
      <p:sp>
        <p:nvSpPr>
          <p:cNvPr id="796" name="Google Shape;796;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Once the novels were cleaned, I set up the HDFS structure that the whole pipeline runs on.</a:t>
            </a:r>
            <a:endParaRPr/>
          </a:p>
          <a:p>
            <a:pPr indent="0" lvl="0" marL="0" rtl="0" algn="l">
              <a:spcBef>
                <a:spcPts val="0"/>
              </a:spcBef>
              <a:spcAft>
                <a:spcPts val="0"/>
              </a:spcAft>
              <a:buNone/>
            </a:pPr>
            <a:r>
              <a:rPr lang="en"/>
              <a:t>The root is /project/, and under that I created a corpus directory partitioned into high, medium, and low, so if any MapReduce job only needs to process one tier, it can point directly at that folder without filtering logic.</a:t>
            </a:r>
            <a:endParaRPr/>
          </a:p>
          <a:p>
            <a:pPr indent="0" lvl="0" marL="0" rtl="0" algn="l">
              <a:spcBef>
                <a:spcPts val="0"/>
              </a:spcBef>
              <a:spcAft>
                <a:spcPts val="0"/>
              </a:spcAft>
              <a:buNone/>
            </a:pPr>
            <a:r>
              <a:rPr lang="en"/>
              <a:t>The metadata JSON is also uploaded to HDFS under /project/metadata/, which means any job running anywhere on the cluster can read it without needing access to local disk.</a:t>
            </a:r>
            <a:endParaRPr/>
          </a:p>
          <a:p>
            <a:pPr indent="0" lvl="0" marL="0" rtl="0" algn="l">
              <a:spcBef>
                <a:spcPts val="0"/>
              </a:spcBef>
              <a:spcAft>
                <a:spcPts val="0"/>
              </a:spcAft>
              <a:buNone/>
            </a:pPr>
            <a:r>
              <a:rPr lang="en"/>
              <a:t>The most important detail is the output directories. I pre-created /project/output/tfidf/, /project/output/ngrams/, and /project/output/preprocessing/ before any job runs, and set them to chmod 775. If a MapReduce job tries to write to a directory that doesn't exist in HDFS, it just fails. so creating them upfront means no one's job dies for an infrastructure reason.</a:t>
            </a:r>
            <a:endParaRPr/>
          </a:p>
          <a:p>
            <a:pPr indent="0" lvl="0" marL="0" rtl="0" algn="l">
              <a:spcBef>
                <a:spcPts val="0"/>
              </a:spcBef>
              <a:spcAft>
                <a:spcPts val="0"/>
              </a:spcAft>
              <a:buNone/>
            </a:pPr>
            <a:r>
              <a:rPr lang="en"/>
              <a:t>The script also has a --dry-run mode which prints every hdfs command it would run without executing anything. That's how I validated the full structure in a sandboxed environment before we had a live cluster.</a:t>
            </a:r>
            <a:endParaRPr/>
          </a:p>
          <a:p>
            <a:pPr indent="0" lvl="0" marL="0" rtl="0" algn="l">
              <a:spcBef>
                <a:spcPts val="0"/>
              </a:spcBef>
              <a:spcAft>
                <a:spcPts val="0"/>
              </a:spcAft>
              <a:buNone/>
            </a:pPr>
            <a:r>
              <a:t/>
            </a:r>
            <a:endParaRPr/>
          </a:p>
        </p:txBody>
      </p:sp>
      <p:sp>
        <p:nvSpPr>
          <p:cNvPr id="804" name="Google Shape;804;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3" name="Google Shape;81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Looking ahead, the most immediate next step is running the full pipeline on the live Hadoop cluster. The preliminary analysis I showed already reveals clear patterns across the three tiers, but those were run locally on the cleaned corpus. We need to validate those findings at scale using the actual distributed MapReduce jobs. The TF-IDF computation, n-gram extraction, and tokenization all running in parallel across HDFS.</a:t>
            </a:r>
            <a:endParaRPr/>
          </a:p>
          <a:p>
            <a:pPr indent="0" lvl="0" marL="0" rtl="0" algn="l">
              <a:lnSpc>
                <a:spcPct val="100000"/>
              </a:lnSpc>
              <a:spcBef>
                <a:spcPts val="0"/>
              </a:spcBef>
              <a:spcAft>
                <a:spcPts val="0"/>
              </a:spcAft>
              <a:buSzPts val="1100"/>
              <a:buNone/>
            </a:pPr>
            <a:r>
              <a:rPr lang="en"/>
              <a:t>Beyond that, there's room to expand the dataset itself. Twenty-four novels gives us a reasonable signal, but a larger corpus would strengthen the statistical validity of any conclusions we draw. We could also look at alternative ways to define popularity. Gutenberg downloads are a proxy, but factors like adaptations, citations, or academic reception might paint a different picture.</a:t>
            </a:r>
            <a:endParaRPr/>
          </a:p>
          <a:p>
            <a:pPr indent="0" lvl="0" marL="0" rtl="0" algn="l">
              <a:lnSpc>
                <a:spcPct val="100000"/>
              </a:lnSpc>
              <a:spcBef>
                <a:spcPts val="0"/>
              </a:spcBef>
              <a:spcAft>
                <a:spcPts val="0"/>
              </a:spcAft>
              <a:buSzPts val="1100"/>
              <a:buNone/>
            </a:pPr>
            <a:r>
              <a:rPr lang="en"/>
              <a:t>Finally, the pipeline we've built is general enough to apply to other corpora entirely. Other languages, other genres, or even non-literary text collections could all be processed through the same system with minimal changes.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9" name="Google Shape;81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 summarize, we set out to answer whether popular literary works have measurable and consistent linguistic patterns, and the early evidence says yes. We built a full distributed text mining pipeline from the ground up. The dataset is 24 novels organized into three popularity tiers, cleaned and loaded into HDFS, with MapReduce jobs handling TF-IDF computation, n-gram extraction, and tokenization in parallel. The preliminary findings are concrete. HIGH popularity novels average around 15 words per sentence. LOW popularity novels average nearly 26, over 70% longer. HIGH tier vocabulary is simpler and more varied locally, while LOW tier is dominated by archaic, formal language. TF-IDF gives each tier a distinct fingerprint. Social vocabulary for HIGH, dark psychological vocabulary for MEDIUM, and archaic formal vocabulary for LOW. The full cluster run will tell us whether these patterns hold at scale, but the signal is already there. The pipeline is working, the data is in HDFS, and the infrastructure is ready. Thank you.</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13" name="Shape 13"/>
        <p:cNvGrpSpPr/>
        <p:nvPr/>
      </p:nvGrpSpPr>
      <p:grpSpPr>
        <a:xfrm>
          <a:off x="0" y="0"/>
          <a:ext cx="0" cy="0"/>
          <a:chOff x="0" y="0"/>
          <a:chExt cx="0" cy="0"/>
        </a:xfrm>
      </p:grpSpPr>
      <p:sp>
        <p:nvSpPr>
          <p:cNvPr id="14" name="Google Shape;14;p2"/>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Inter"/>
              <a:ea typeface="Inter"/>
              <a:cs typeface="Inter"/>
              <a:sym typeface="Inter"/>
            </a:endParaRPr>
          </a:p>
        </p:txBody>
      </p:sp>
      <p:sp>
        <p:nvSpPr>
          <p:cNvPr id="15" name="Google Shape;15;p2"/>
          <p:cNvSpPr txBox="1"/>
          <p:nvPr>
            <p:ph type="title"/>
          </p:nvPr>
        </p:nvSpPr>
        <p:spPr>
          <a:xfrm>
            <a:off x="283850" y="224410"/>
            <a:ext cx="6683700" cy="1236900"/>
          </a:xfrm>
          <a:prstGeom prst="rect">
            <a:avLst/>
          </a:prstGeom>
          <a:noFill/>
          <a:ln>
            <a:noFill/>
          </a:ln>
        </p:spPr>
        <p:txBody>
          <a:bodyPr anchorCtr="0" anchor="t" bIns="91425" lIns="0" spcFirstLastPara="1" rIns="91425" wrap="square" tIns="91425">
            <a:noAutofit/>
          </a:bodyPr>
          <a:lstStyle>
            <a:lvl1pPr lvl="0" algn="l">
              <a:lnSpc>
                <a:spcPct val="70000"/>
              </a:lnSpc>
              <a:spcBef>
                <a:spcPts val="0"/>
              </a:spcBef>
              <a:spcAft>
                <a:spcPts val="0"/>
              </a:spcAft>
              <a:buSzPts val="6000"/>
              <a:buNone/>
              <a:defRPr sz="6000"/>
            </a:lvl1pPr>
            <a:lvl2pPr lvl="1" algn="l">
              <a:lnSpc>
                <a:spcPct val="70000"/>
              </a:lnSpc>
              <a:spcBef>
                <a:spcPts val="0"/>
              </a:spcBef>
              <a:spcAft>
                <a:spcPts val="0"/>
              </a:spcAft>
              <a:buSzPts val="6000"/>
              <a:buNone/>
              <a:defRPr sz="6000"/>
            </a:lvl2pPr>
            <a:lvl3pPr lvl="2" algn="l">
              <a:lnSpc>
                <a:spcPct val="70000"/>
              </a:lnSpc>
              <a:spcBef>
                <a:spcPts val="0"/>
              </a:spcBef>
              <a:spcAft>
                <a:spcPts val="0"/>
              </a:spcAft>
              <a:buSzPts val="6000"/>
              <a:buNone/>
              <a:defRPr sz="6000"/>
            </a:lvl3pPr>
            <a:lvl4pPr lvl="3" algn="l">
              <a:lnSpc>
                <a:spcPct val="70000"/>
              </a:lnSpc>
              <a:spcBef>
                <a:spcPts val="0"/>
              </a:spcBef>
              <a:spcAft>
                <a:spcPts val="0"/>
              </a:spcAft>
              <a:buSzPts val="6000"/>
              <a:buNone/>
              <a:defRPr sz="6000"/>
            </a:lvl4pPr>
            <a:lvl5pPr lvl="4" algn="l">
              <a:lnSpc>
                <a:spcPct val="70000"/>
              </a:lnSpc>
              <a:spcBef>
                <a:spcPts val="0"/>
              </a:spcBef>
              <a:spcAft>
                <a:spcPts val="0"/>
              </a:spcAft>
              <a:buSzPts val="6000"/>
              <a:buNone/>
              <a:defRPr sz="6000"/>
            </a:lvl5pPr>
            <a:lvl6pPr lvl="5" algn="l">
              <a:lnSpc>
                <a:spcPct val="70000"/>
              </a:lnSpc>
              <a:spcBef>
                <a:spcPts val="0"/>
              </a:spcBef>
              <a:spcAft>
                <a:spcPts val="0"/>
              </a:spcAft>
              <a:buSzPts val="6000"/>
              <a:buNone/>
              <a:defRPr sz="6000"/>
            </a:lvl6pPr>
            <a:lvl7pPr lvl="6" algn="l">
              <a:lnSpc>
                <a:spcPct val="70000"/>
              </a:lnSpc>
              <a:spcBef>
                <a:spcPts val="0"/>
              </a:spcBef>
              <a:spcAft>
                <a:spcPts val="0"/>
              </a:spcAft>
              <a:buSzPts val="6000"/>
              <a:buNone/>
              <a:defRPr sz="6000"/>
            </a:lvl7pPr>
            <a:lvl8pPr lvl="7" algn="l">
              <a:lnSpc>
                <a:spcPct val="70000"/>
              </a:lnSpc>
              <a:spcBef>
                <a:spcPts val="0"/>
              </a:spcBef>
              <a:spcAft>
                <a:spcPts val="0"/>
              </a:spcAft>
              <a:buSzPts val="6000"/>
              <a:buNone/>
              <a:defRPr sz="6000"/>
            </a:lvl8pPr>
            <a:lvl9pPr lvl="8" algn="l">
              <a:lnSpc>
                <a:spcPct val="70000"/>
              </a:lnSpc>
              <a:spcBef>
                <a:spcPts val="0"/>
              </a:spcBef>
              <a:spcAft>
                <a:spcPts val="0"/>
              </a:spcAft>
              <a:buSzPts val="6000"/>
              <a:buNone/>
              <a:defRPr sz="6000"/>
            </a:lvl9pPr>
          </a:lstStyle>
          <a:p/>
        </p:txBody>
      </p:sp>
      <p:sp>
        <p:nvSpPr>
          <p:cNvPr id="16" name="Google Shape;16;p2"/>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2"/>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8" name="Google Shape;18;p2"/>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9" name="Google Shape;19;p2"/>
          <p:cNvSpPr txBox="1"/>
          <p:nvPr>
            <p:ph idx="4" type="title"/>
          </p:nvPr>
        </p:nvSpPr>
        <p:spPr>
          <a:xfrm>
            <a:off x="288625" y="4778975"/>
            <a:ext cx="4227300" cy="762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lt1"/>
              </a:buClr>
              <a:buSzPts val="600"/>
              <a:buFont typeface="Inter"/>
              <a:buNone/>
              <a:defRPr sz="600"/>
            </a:lvl1pPr>
            <a:lvl2pPr lvl="1" algn="l">
              <a:lnSpc>
                <a:spcPct val="115000"/>
              </a:lnSpc>
              <a:spcBef>
                <a:spcPts val="0"/>
              </a:spcBef>
              <a:spcAft>
                <a:spcPts val="0"/>
              </a:spcAft>
              <a:buClr>
                <a:schemeClr val="lt1"/>
              </a:buClr>
              <a:buSzPts val="1400"/>
              <a:buNone/>
              <a:defRPr/>
            </a:lvl2pPr>
            <a:lvl3pPr lvl="2" algn="l">
              <a:lnSpc>
                <a:spcPct val="115000"/>
              </a:lnSpc>
              <a:spcBef>
                <a:spcPts val="0"/>
              </a:spcBef>
              <a:spcAft>
                <a:spcPts val="0"/>
              </a:spcAft>
              <a:buClr>
                <a:schemeClr val="lt1"/>
              </a:buClr>
              <a:buSzPts val="1400"/>
              <a:buNone/>
              <a:defRPr/>
            </a:lvl3pPr>
            <a:lvl4pPr lvl="3" algn="l">
              <a:lnSpc>
                <a:spcPct val="115000"/>
              </a:lnSpc>
              <a:spcBef>
                <a:spcPts val="0"/>
              </a:spcBef>
              <a:spcAft>
                <a:spcPts val="0"/>
              </a:spcAft>
              <a:buClr>
                <a:schemeClr val="lt1"/>
              </a:buClr>
              <a:buSzPts val="1400"/>
              <a:buNone/>
              <a:defRPr/>
            </a:lvl4pPr>
            <a:lvl5pPr lvl="4" algn="l">
              <a:lnSpc>
                <a:spcPct val="115000"/>
              </a:lnSpc>
              <a:spcBef>
                <a:spcPts val="0"/>
              </a:spcBef>
              <a:spcAft>
                <a:spcPts val="0"/>
              </a:spcAft>
              <a:buClr>
                <a:schemeClr val="lt1"/>
              </a:buClr>
              <a:buSzPts val="1400"/>
              <a:buNone/>
              <a:defRPr/>
            </a:lvl5pPr>
            <a:lvl6pPr lvl="5" algn="l">
              <a:lnSpc>
                <a:spcPct val="115000"/>
              </a:lnSpc>
              <a:spcBef>
                <a:spcPts val="0"/>
              </a:spcBef>
              <a:spcAft>
                <a:spcPts val="0"/>
              </a:spcAft>
              <a:buClr>
                <a:schemeClr val="lt1"/>
              </a:buClr>
              <a:buSzPts val="1400"/>
              <a:buNone/>
              <a:defRPr/>
            </a:lvl6pPr>
            <a:lvl7pPr lvl="6" algn="l">
              <a:lnSpc>
                <a:spcPct val="115000"/>
              </a:lnSpc>
              <a:spcBef>
                <a:spcPts val="0"/>
              </a:spcBef>
              <a:spcAft>
                <a:spcPts val="0"/>
              </a:spcAft>
              <a:buClr>
                <a:schemeClr val="lt1"/>
              </a:buClr>
              <a:buSzPts val="1400"/>
              <a:buNone/>
              <a:defRPr/>
            </a:lvl7pPr>
            <a:lvl8pPr lvl="7" algn="l">
              <a:lnSpc>
                <a:spcPct val="115000"/>
              </a:lnSpc>
              <a:spcBef>
                <a:spcPts val="0"/>
              </a:spcBef>
              <a:spcAft>
                <a:spcPts val="0"/>
              </a:spcAft>
              <a:buClr>
                <a:schemeClr val="lt1"/>
              </a:buClr>
              <a:buSzPts val="1400"/>
              <a:buNone/>
              <a:defRPr/>
            </a:lvl8pPr>
            <a:lvl9pPr lvl="8" algn="l">
              <a:lnSpc>
                <a:spcPct val="115000"/>
              </a:lnSpc>
              <a:spcBef>
                <a:spcPts val="0"/>
              </a:spcBef>
              <a:spcAft>
                <a:spcPts val="0"/>
              </a:spcAft>
              <a:buClr>
                <a:schemeClr val="lt1"/>
              </a:buClr>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0" name="Shape 20"/>
        <p:cNvGrpSpPr/>
        <p:nvPr/>
      </p:nvGrpSpPr>
      <p:grpSpPr>
        <a:xfrm>
          <a:off x="0" y="0"/>
          <a:ext cx="0" cy="0"/>
          <a:chOff x="0" y="0"/>
          <a:chExt cx="0" cy="0"/>
        </a:xfrm>
      </p:grpSpPr>
      <p:sp>
        <p:nvSpPr>
          <p:cNvPr id="21" name="Google Shape;21;p3"/>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2" name="Google Shape;22;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23" name="Shape 23"/>
        <p:cNvGrpSpPr/>
        <p:nvPr/>
      </p:nvGrpSpPr>
      <p:grpSpPr>
        <a:xfrm>
          <a:off x="0" y="0"/>
          <a:ext cx="0" cy="0"/>
          <a:chOff x="0" y="0"/>
          <a:chExt cx="0" cy="0"/>
        </a:xfrm>
      </p:grpSpPr>
      <p:sp>
        <p:nvSpPr>
          <p:cNvPr id="24" name="Google Shape;24;p4"/>
          <p:cNvSpPr txBox="1"/>
          <p:nvPr>
            <p:ph type="title"/>
          </p:nvPr>
        </p:nvSpPr>
        <p:spPr>
          <a:xfrm>
            <a:off x="284850" y="474875"/>
            <a:ext cx="4227300" cy="1154700"/>
          </a:xfrm>
          <a:prstGeom prst="rect">
            <a:avLst/>
          </a:prstGeom>
          <a:noFill/>
          <a:ln>
            <a:noFill/>
          </a:ln>
        </p:spPr>
        <p:txBody>
          <a:bodyPr anchorCtr="0" anchor="t" bIns="0" lIns="0" spcFirstLastPara="1" rIns="0" wrap="square" tIns="0">
            <a:noAutofit/>
          </a:bodyPr>
          <a:lstStyle>
            <a:lvl1pPr lvl="0" algn="l">
              <a:lnSpc>
                <a:spcPct val="70000"/>
              </a:lnSpc>
              <a:spcBef>
                <a:spcPts val="0"/>
              </a:spcBef>
              <a:spcAft>
                <a:spcPts val="0"/>
              </a:spcAft>
              <a:buSzPts val="6000"/>
              <a:buNone/>
              <a:defRPr sz="6000"/>
            </a:lvl1pPr>
            <a:lvl2pPr lvl="1" algn="l">
              <a:lnSpc>
                <a:spcPct val="70000"/>
              </a:lnSpc>
              <a:spcBef>
                <a:spcPts val="0"/>
              </a:spcBef>
              <a:spcAft>
                <a:spcPts val="0"/>
              </a:spcAft>
              <a:buSzPts val="6000"/>
              <a:buNone/>
              <a:defRPr sz="6000"/>
            </a:lvl2pPr>
            <a:lvl3pPr lvl="2" algn="l">
              <a:lnSpc>
                <a:spcPct val="70000"/>
              </a:lnSpc>
              <a:spcBef>
                <a:spcPts val="0"/>
              </a:spcBef>
              <a:spcAft>
                <a:spcPts val="0"/>
              </a:spcAft>
              <a:buSzPts val="6000"/>
              <a:buNone/>
              <a:defRPr sz="6000"/>
            </a:lvl3pPr>
            <a:lvl4pPr lvl="3" algn="l">
              <a:lnSpc>
                <a:spcPct val="70000"/>
              </a:lnSpc>
              <a:spcBef>
                <a:spcPts val="0"/>
              </a:spcBef>
              <a:spcAft>
                <a:spcPts val="0"/>
              </a:spcAft>
              <a:buSzPts val="6000"/>
              <a:buNone/>
              <a:defRPr sz="6000"/>
            </a:lvl4pPr>
            <a:lvl5pPr lvl="4" algn="l">
              <a:lnSpc>
                <a:spcPct val="70000"/>
              </a:lnSpc>
              <a:spcBef>
                <a:spcPts val="0"/>
              </a:spcBef>
              <a:spcAft>
                <a:spcPts val="0"/>
              </a:spcAft>
              <a:buSzPts val="6000"/>
              <a:buNone/>
              <a:defRPr sz="6000"/>
            </a:lvl5pPr>
            <a:lvl6pPr lvl="5" algn="l">
              <a:lnSpc>
                <a:spcPct val="70000"/>
              </a:lnSpc>
              <a:spcBef>
                <a:spcPts val="0"/>
              </a:spcBef>
              <a:spcAft>
                <a:spcPts val="0"/>
              </a:spcAft>
              <a:buSzPts val="6000"/>
              <a:buNone/>
              <a:defRPr sz="6000"/>
            </a:lvl6pPr>
            <a:lvl7pPr lvl="6" algn="l">
              <a:lnSpc>
                <a:spcPct val="70000"/>
              </a:lnSpc>
              <a:spcBef>
                <a:spcPts val="0"/>
              </a:spcBef>
              <a:spcAft>
                <a:spcPts val="0"/>
              </a:spcAft>
              <a:buSzPts val="6000"/>
              <a:buNone/>
              <a:defRPr sz="6000"/>
            </a:lvl7pPr>
            <a:lvl8pPr lvl="7" algn="l">
              <a:lnSpc>
                <a:spcPct val="70000"/>
              </a:lnSpc>
              <a:spcBef>
                <a:spcPts val="0"/>
              </a:spcBef>
              <a:spcAft>
                <a:spcPts val="0"/>
              </a:spcAft>
              <a:buSzPts val="6000"/>
              <a:buNone/>
              <a:defRPr sz="6000"/>
            </a:lvl8pPr>
            <a:lvl9pPr lvl="8" algn="l">
              <a:lnSpc>
                <a:spcPct val="70000"/>
              </a:lnSpc>
              <a:spcBef>
                <a:spcPts val="0"/>
              </a:spcBef>
              <a:spcAft>
                <a:spcPts val="0"/>
              </a:spcAft>
              <a:buSzPts val="6000"/>
              <a:buNone/>
              <a:defRPr sz="6000"/>
            </a:lvl9pPr>
          </a:lstStyle>
          <a:p/>
        </p:txBody>
      </p:sp>
      <p:sp>
        <p:nvSpPr>
          <p:cNvPr id="25" name="Google Shape;25;p4"/>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7" name="Google Shape;27;p4"/>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8" name="Google Shape;28;p4"/>
          <p:cNvSpPr txBox="1"/>
          <p:nvPr>
            <p:ph idx="1" type="body"/>
          </p:nvPr>
        </p:nvSpPr>
        <p:spPr>
          <a:xfrm>
            <a:off x="4629550" y="3479875"/>
            <a:ext cx="4227300" cy="923400"/>
          </a:xfrm>
          <a:prstGeom prst="rect">
            <a:avLst/>
          </a:prstGeom>
          <a:noFill/>
          <a:ln>
            <a:noFill/>
          </a:ln>
        </p:spPr>
        <p:txBody>
          <a:bodyPr anchorCtr="0" anchor="t" bIns="91425" lIns="182875" spcFirstLastPara="1" rIns="18287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lvl1pPr>
            <a:lvl2pPr lvl="1" algn="l">
              <a:lnSpc>
                <a:spcPct val="85000"/>
              </a:lnSpc>
              <a:spcBef>
                <a:spcPts val="0"/>
              </a:spcBef>
              <a:spcAft>
                <a:spcPts val="0"/>
              </a:spcAft>
              <a:buSzPts val="3600"/>
              <a:buNone/>
              <a:defRPr sz="3600"/>
            </a:lvl2pPr>
            <a:lvl3pPr lvl="2" algn="l">
              <a:lnSpc>
                <a:spcPct val="85000"/>
              </a:lnSpc>
              <a:spcBef>
                <a:spcPts val="0"/>
              </a:spcBef>
              <a:spcAft>
                <a:spcPts val="0"/>
              </a:spcAft>
              <a:buSzPts val="3600"/>
              <a:buNone/>
              <a:defRPr sz="3600"/>
            </a:lvl3pPr>
            <a:lvl4pPr lvl="3" algn="l">
              <a:lnSpc>
                <a:spcPct val="85000"/>
              </a:lnSpc>
              <a:spcBef>
                <a:spcPts val="0"/>
              </a:spcBef>
              <a:spcAft>
                <a:spcPts val="0"/>
              </a:spcAft>
              <a:buSzPts val="3600"/>
              <a:buNone/>
              <a:defRPr sz="3600"/>
            </a:lvl4pPr>
            <a:lvl5pPr lvl="4" algn="l">
              <a:lnSpc>
                <a:spcPct val="85000"/>
              </a:lnSpc>
              <a:spcBef>
                <a:spcPts val="0"/>
              </a:spcBef>
              <a:spcAft>
                <a:spcPts val="0"/>
              </a:spcAft>
              <a:buSzPts val="3600"/>
              <a:buNone/>
              <a:defRPr sz="3600"/>
            </a:lvl5pPr>
            <a:lvl6pPr lvl="5" algn="l">
              <a:lnSpc>
                <a:spcPct val="85000"/>
              </a:lnSpc>
              <a:spcBef>
                <a:spcPts val="0"/>
              </a:spcBef>
              <a:spcAft>
                <a:spcPts val="0"/>
              </a:spcAft>
              <a:buSzPts val="3600"/>
              <a:buNone/>
              <a:defRPr sz="3600"/>
            </a:lvl6pPr>
            <a:lvl7pPr lvl="6" algn="l">
              <a:lnSpc>
                <a:spcPct val="85000"/>
              </a:lnSpc>
              <a:spcBef>
                <a:spcPts val="0"/>
              </a:spcBef>
              <a:spcAft>
                <a:spcPts val="0"/>
              </a:spcAft>
              <a:buSzPts val="3600"/>
              <a:buNone/>
              <a:defRPr sz="3600"/>
            </a:lvl7pPr>
            <a:lvl8pPr lvl="7" algn="l">
              <a:lnSpc>
                <a:spcPct val="85000"/>
              </a:lnSpc>
              <a:spcBef>
                <a:spcPts val="0"/>
              </a:spcBef>
              <a:spcAft>
                <a:spcPts val="0"/>
              </a:spcAft>
              <a:buSzPts val="3600"/>
              <a:buNone/>
              <a:defRPr sz="3600"/>
            </a:lvl8pPr>
            <a:lvl9pPr lvl="8" algn="l">
              <a:lnSpc>
                <a:spcPct val="85000"/>
              </a:lnSpc>
              <a:spcBef>
                <a:spcPts val="0"/>
              </a:spcBef>
              <a:spcAft>
                <a:spcPts val="0"/>
              </a:spcAft>
              <a:buSzPts val="3600"/>
              <a:buNone/>
              <a:defRPr sz="3600"/>
            </a:lvl9pPr>
          </a:lstStyle>
          <a:p/>
        </p:txBody>
      </p:sp>
      <p:sp>
        <p:nvSpPr>
          <p:cNvPr id="31" name="Google Shape;31;p5"/>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5"/>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3" name="Google Shape;33;p5"/>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34" name="Shape 34"/>
        <p:cNvGrpSpPr/>
        <p:nvPr/>
      </p:nvGrpSpPr>
      <p:grpSpPr>
        <a:xfrm>
          <a:off x="0" y="0"/>
          <a:ext cx="0" cy="0"/>
          <a:chOff x="0" y="0"/>
          <a:chExt cx="0" cy="0"/>
        </a:xfrm>
      </p:grpSpPr>
      <p:sp>
        <p:nvSpPr>
          <p:cNvPr id="35" name="Google Shape;35;p6"/>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lvl1pPr>
            <a:lvl2pPr lvl="1" algn="l">
              <a:lnSpc>
                <a:spcPct val="85000"/>
              </a:lnSpc>
              <a:spcBef>
                <a:spcPts val="0"/>
              </a:spcBef>
              <a:spcAft>
                <a:spcPts val="0"/>
              </a:spcAft>
              <a:buSzPts val="3600"/>
              <a:buNone/>
              <a:defRPr sz="3600"/>
            </a:lvl2pPr>
            <a:lvl3pPr lvl="2" algn="l">
              <a:lnSpc>
                <a:spcPct val="85000"/>
              </a:lnSpc>
              <a:spcBef>
                <a:spcPts val="0"/>
              </a:spcBef>
              <a:spcAft>
                <a:spcPts val="0"/>
              </a:spcAft>
              <a:buSzPts val="3600"/>
              <a:buNone/>
              <a:defRPr sz="3600"/>
            </a:lvl3pPr>
            <a:lvl4pPr lvl="3" algn="l">
              <a:lnSpc>
                <a:spcPct val="85000"/>
              </a:lnSpc>
              <a:spcBef>
                <a:spcPts val="0"/>
              </a:spcBef>
              <a:spcAft>
                <a:spcPts val="0"/>
              </a:spcAft>
              <a:buSzPts val="3600"/>
              <a:buNone/>
              <a:defRPr sz="3600"/>
            </a:lvl4pPr>
            <a:lvl5pPr lvl="4" algn="l">
              <a:lnSpc>
                <a:spcPct val="85000"/>
              </a:lnSpc>
              <a:spcBef>
                <a:spcPts val="0"/>
              </a:spcBef>
              <a:spcAft>
                <a:spcPts val="0"/>
              </a:spcAft>
              <a:buSzPts val="3600"/>
              <a:buNone/>
              <a:defRPr sz="3600"/>
            </a:lvl5pPr>
            <a:lvl6pPr lvl="5" algn="l">
              <a:lnSpc>
                <a:spcPct val="85000"/>
              </a:lnSpc>
              <a:spcBef>
                <a:spcPts val="0"/>
              </a:spcBef>
              <a:spcAft>
                <a:spcPts val="0"/>
              </a:spcAft>
              <a:buSzPts val="3600"/>
              <a:buNone/>
              <a:defRPr sz="3600"/>
            </a:lvl6pPr>
            <a:lvl7pPr lvl="6" algn="l">
              <a:lnSpc>
                <a:spcPct val="85000"/>
              </a:lnSpc>
              <a:spcBef>
                <a:spcPts val="0"/>
              </a:spcBef>
              <a:spcAft>
                <a:spcPts val="0"/>
              </a:spcAft>
              <a:buSzPts val="3600"/>
              <a:buNone/>
              <a:defRPr sz="3600"/>
            </a:lvl7pPr>
            <a:lvl8pPr lvl="7" algn="l">
              <a:lnSpc>
                <a:spcPct val="85000"/>
              </a:lnSpc>
              <a:spcBef>
                <a:spcPts val="0"/>
              </a:spcBef>
              <a:spcAft>
                <a:spcPts val="0"/>
              </a:spcAft>
              <a:buSzPts val="3600"/>
              <a:buNone/>
              <a:defRPr sz="3600"/>
            </a:lvl8pPr>
            <a:lvl9pPr lvl="8" algn="l">
              <a:lnSpc>
                <a:spcPct val="85000"/>
              </a:lnSpc>
              <a:spcBef>
                <a:spcPts val="0"/>
              </a:spcBef>
              <a:spcAft>
                <a:spcPts val="0"/>
              </a:spcAft>
              <a:buSzPts val="3600"/>
              <a:buNone/>
              <a:defRPr sz="3600"/>
            </a:lvl9pPr>
          </a:lstStyle>
          <a:p/>
        </p:txBody>
      </p:sp>
      <p:sp>
        <p:nvSpPr>
          <p:cNvPr id="36" name="Google Shape;36;p6"/>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6"/>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8" name="Google Shape;38;p6"/>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39" name="Shape 39"/>
        <p:cNvGrpSpPr/>
        <p:nvPr/>
      </p:nvGrpSpPr>
      <p:grpSpPr>
        <a:xfrm>
          <a:off x="0" y="0"/>
          <a:ext cx="0" cy="0"/>
          <a:chOff x="0" y="0"/>
          <a:chExt cx="0" cy="0"/>
        </a:xfrm>
      </p:grpSpPr>
      <p:sp>
        <p:nvSpPr>
          <p:cNvPr id="40" name="Google Shape;40;p7"/>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cxnSp>
        <p:nvCxnSpPr>
          <p:cNvPr id="41" name="Google Shape;41;p7"/>
          <p:cNvCxnSpPr/>
          <p:nvPr/>
        </p:nvCxnSpPr>
        <p:spPr>
          <a:xfrm>
            <a:off x="283850" y="4683734"/>
            <a:ext cx="8573100" cy="0"/>
          </a:xfrm>
          <a:prstGeom prst="straightConnector1">
            <a:avLst/>
          </a:prstGeom>
          <a:noFill/>
          <a:ln cap="flat" cmpd="sng" w="9525">
            <a:solidFill>
              <a:schemeClr val="dk1"/>
            </a:solidFill>
            <a:prstDash val="solid"/>
            <a:round/>
            <a:headEnd len="sm" w="sm" type="none"/>
            <a:tailEnd len="sm" w="sm" type="none"/>
          </a:ln>
        </p:spPr>
      </p:cxnSp>
      <p:sp>
        <p:nvSpPr>
          <p:cNvPr id="42" name="Google Shape;42;p7"/>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7"/>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44" name="Google Shape;44;p7"/>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45" name="Shape 45"/>
        <p:cNvGrpSpPr/>
        <p:nvPr/>
      </p:nvGrpSpPr>
      <p:grpSpPr>
        <a:xfrm>
          <a:off x="0" y="0"/>
          <a:ext cx="0" cy="0"/>
          <a:chOff x="0" y="0"/>
          <a:chExt cx="0" cy="0"/>
        </a:xfrm>
      </p:grpSpPr>
      <p:cxnSp>
        <p:nvCxnSpPr>
          <p:cNvPr id="46" name="Google Shape;46;p8"/>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47" name="Google Shape;47;p8"/>
          <p:cNvSpPr txBox="1"/>
          <p:nvPr>
            <p:ph type="title"/>
          </p:nvPr>
        </p:nvSpPr>
        <p:spPr>
          <a:xfrm>
            <a:off x="283850" y="230676"/>
            <a:ext cx="6683700" cy="1236900"/>
          </a:xfrm>
          <a:prstGeom prst="rect">
            <a:avLst/>
          </a:prstGeom>
          <a:noFill/>
          <a:ln>
            <a:noFill/>
          </a:ln>
        </p:spPr>
        <p:txBody>
          <a:bodyPr anchorCtr="0" anchor="t" bIns="91425" lIns="0" spcFirstLastPara="1" rIns="91425" wrap="square" tIns="91425">
            <a:noAutofit/>
          </a:bodyPr>
          <a:lstStyle>
            <a:lvl1pPr lvl="0" algn="l">
              <a:lnSpc>
                <a:spcPct val="70000"/>
              </a:lnSpc>
              <a:spcBef>
                <a:spcPts val="0"/>
              </a:spcBef>
              <a:spcAft>
                <a:spcPts val="0"/>
              </a:spcAft>
              <a:buSzPts val="6000"/>
              <a:buNone/>
              <a:defRPr sz="6000">
                <a:solidFill>
                  <a:schemeClr val="dk1"/>
                </a:solidFill>
              </a:defRPr>
            </a:lvl1pPr>
            <a:lvl2pPr lvl="1" algn="l">
              <a:lnSpc>
                <a:spcPct val="70000"/>
              </a:lnSpc>
              <a:spcBef>
                <a:spcPts val="0"/>
              </a:spcBef>
              <a:spcAft>
                <a:spcPts val="0"/>
              </a:spcAft>
              <a:buSzPts val="6000"/>
              <a:buNone/>
              <a:defRPr sz="6000">
                <a:solidFill>
                  <a:schemeClr val="dk1"/>
                </a:solidFill>
              </a:defRPr>
            </a:lvl2pPr>
            <a:lvl3pPr lvl="2" algn="l">
              <a:lnSpc>
                <a:spcPct val="70000"/>
              </a:lnSpc>
              <a:spcBef>
                <a:spcPts val="0"/>
              </a:spcBef>
              <a:spcAft>
                <a:spcPts val="0"/>
              </a:spcAft>
              <a:buSzPts val="6000"/>
              <a:buNone/>
              <a:defRPr sz="6000">
                <a:solidFill>
                  <a:schemeClr val="dk1"/>
                </a:solidFill>
              </a:defRPr>
            </a:lvl3pPr>
            <a:lvl4pPr lvl="3" algn="l">
              <a:lnSpc>
                <a:spcPct val="70000"/>
              </a:lnSpc>
              <a:spcBef>
                <a:spcPts val="0"/>
              </a:spcBef>
              <a:spcAft>
                <a:spcPts val="0"/>
              </a:spcAft>
              <a:buSzPts val="6000"/>
              <a:buNone/>
              <a:defRPr sz="6000">
                <a:solidFill>
                  <a:schemeClr val="dk1"/>
                </a:solidFill>
              </a:defRPr>
            </a:lvl4pPr>
            <a:lvl5pPr lvl="4" algn="l">
              <a:lnSpc>
                <a:spcPct val="70000"/>
              </a:lnSpc>
              <a:spcBef>
                <a:spcPts val="0"/>
              </a:spcBef>
              <a:spcAft>
                <a:spcPts val="0"/>
              </a:spcAft>
              <a:buSzPts val="6000"/>
              <a:buNone/>
              <a:defRPr sz="6000">
                <a:solidFill>
                  <a:schemeClr val="dk1"/>
                </a:solidFill>
              </a:defRPr>
            </a:lvl5pPr>
            <a:lvl6pPr lvl="5" algn="l">
              <a:lnSpc>
                <a:spcPct val="70000"/>
              </a:lnSpc>
              <a:spcBef>
                <a:spcPts val="0"/>
              </a:spcBef>
              <a:spcAft>
                <a:spcPts val="0"/>
              </a:spcAft>
              <a:buSzPts val="6000"/>
              <a:buNone/>
              <a:defRPr sz="6000">
                <a:solidFill>
                  <a:schemeClr val="dk1"/>
                </a:solidFill>
              </a:defRPr>
            </a:lvl6pPr>
            <a:lvl7pPr lvl="6" algn="l">
              <a:lnSpc>
                <a:spcPct val="70000"/>
              </a:lnSpc>
              <a:spcBef>
                <a:spcPts val="0"/>
              </a:spcBef>
              <a:spcAft>
                <a:spcPts val="0"/>
              </a:spcAft>
              <a:buSzPts val="6000"/>
              <a:buNone/>
              <a:defRPr sz="6000">
                <a:solidFill>
                  <a:schemeClr val="dk1"/>
                </a:solidFill>
              </a:defRPr>
            </a:lvl7pPr>
            <a:lvl8pPr lvl="7" algn="l">
              <a:lnSpc>
                <a:spcPct val="70000"/>
              </a:lnSpc>
              <a:spcBef>
                <a:spcPts val="0"/>
              </a:spcBef>
              <a:spcAft>
                <a:spcPts val="0"/>
              </a:spcAft>
              <a:buSzPts val="6000"/>
              <a:buNone/>
              <a:defRPr sz="6000">
                <a:solidFill>
                  <a:schemeClr val="dk1"/>
                </a:solidFill>
              </a:defRPr>
            </a:lvl8pPr>
            <a:lvl9pPr lvl="8" algn="l">
              <a:lnSpc>
                <a:spcPct val="70000"/>
              </a:lnSpc>
              <a:spcBef>
                <a:spcPts val="0"/>
              </a:spcBef>
              <a:spcAft>
                <a:spcPts val="0"/>
              </a:spcAft>
              <a:buSzPts val="6000"/>
              <a:buNone/>
              <a:defRPr sz="6000">
                <a:solidFill>
                  <a:schemeClr val="dk1"/>
                </a:solidFill>
              </a:defRPr>
            </a:lvl9pPr>
          </a:lstStyle>
          <a:p/>
        </p:txBody>
      </p:sp>
      <p:sp>
        <p:nvSpPr>
          <p:cNvPr id="48" name="Google Shape;48;p8"/>
          <p:cNvSpPr txBox="1"/>
          <p:nvPr>
            <p:ph idx="1" type="subTitle"/>
          </p:nvPr>
        </p:nvSpPr>
        <p:spPr>
          <a:xfrm>
            <a:off x="6214200" y="3602000"/>
            <a:ext cx="2386500" cy="804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lt1"/>
              </a:buClr>
              <a:buSzPts val="1200"/>
              <a:buFont typeface="Inter"/>
              <a:buNone/>
              <a:defRPr sz="1200"/>
            </a:lvl1pPr>
            <a:lvl2pPr lvl="1" algn="l">
              <a:lnSpc>
                <a:spcPct val="115000"/>
              </a:lnSpc>
              <a:spcBef>
                <a:spcPts val="0"/>
              </a:spcBef>
              <a:spcAft>
                <a:spcPts val="0"/>
              </a:spcAft>
              <a:buClr>
                <a:schemeClr val="lt1"/>
              </a:buClr>
              <a:buSzPts val="1200"/>
              <a:buFont typeface="Inter"/>
              <a:buNone/>
              <a:defRPr sz="1200">
                <a:latin typeface="Inter"/>
                <a:ea typeface="Inter"/>
                <a:cs typeface="Inter"/>
                <a:sym typeface="Inter"/>
              </a:defRPr>
            </a:lvl2pPr>
            <a:lvl3pPr lvl="2" algn="l">
              <a:lnSpc>
                <a:spcPct val="115000"/>
              </a:lnSpc>
              <a:spcBef>
                <a:spcPts val="0"/>
              </a:spcBef>
              <a:spcAft>
                <a:spcPts val="0"/>
              </a:spcAft>
              <a:buClr>
                <a:schemeClr val="lt1"/>
              </a:buClr>
              <a:buSzPts val="1200"/>
              <a:buFont typeface="Inter"/>
              <a:buNone/>
              <a:defRPr sz="1200">
                <a:latin typeface="Inter"/>
                <a:ea typeface="Inter"/>
                <a:cs typeface="Inter"/>
                <a:sym typeface="Inter"/>
              </a:defRPr>
            </a:lvl3pPr>
            <a:lvl4pPr lvl="3" algn="l">
              <a:lnSpc>
                <a:spcPct val="115000"/>
              </a:lnSpc>
              <a:spcBef>
                <a:spcPts val="0"/>
              </a:spcBef>
              <a:spcAft>
                <a:spcPts val="0"/>
              </a:spcAft>
              <a:buClr>
                <a:schemeClr val="lt1"/>
              </a:buClr>
              <a:buSzPts val="1200"/>
              <a:buFont typeface="Inter"/>
              <a:buNone/>
              <a:defRPr sz="1200">
                <a:latin typeface="Inter"/>
                <a:ea typeface="Inter"/>
                <a:cs typeface="Inter"/>
                <a:sym typeface="Inter"/>
              </a:defRPr>
            </a:lvl4pPr>
            <a:lvl5pPr lvl="4" algn="l">
              <a:lnSpc>
                <a:spcPct val="115000"/>
              </a:lnSpc>
              <a:spcBef>
                <a:spcPts val="0"/>
              </a:spcBef>
              <a:spcAft>
                <a:spcPts val="0"/>
              </a:spcAft>
              <a:buClr>
                <a:schemeClr val="lt1"/>
              </a:buClr>
              <a:buSzPts val="1200"/>
              <a:buFont typeface="Inter"/>
              <a:buNone/>
              <a:defRPr sz="1200">
                <a:latin typeface="Inter"/>
                <a:ea typeface="Inter"/>
                <a:cs typeface="Inter"/>
                <a:sym typeface="Inter"/>
              </a:defRPr>
            </a:lvl5pPr>
            <a:lvl6pPr lvl="5" algn="l">
              <a:lnSpc>
                <a:spcPct val="115000"/>
              </a:lnSpc>
              <a:spcBef>
                <a:spcPts val="0"/>
              </a:spcBef>
              <a:spcAft>
                <a:spcPts val="0"/>
              </a:spcAft>
              <a:buClr>
                <a:schemeClr val="lt1"/>
              </a:buClr>
              <a:buSzPts val="1200"/>
              <a:buFont typeface="Inter"/>
              <a:buNone/>
              <a:defRPr sz="1200">
                <a:latin typeface="Inter"/>
                <a:ea typeface="Inter"/>
                <a:cs typeface="Inter"/>
                <a:sym typeface="Inter"/>
              </a:defRPr>
            </a:lvl6pPr>
            <a:lvl7pPr lvl="6" algn="l">
              <a:lnSpc>
                <a:spcPct val="115000"/>
              </a:lnSpc>
              <a:spcBef>
                <a:spcPts val="0"/>
              </a:spcBef>
              <a:spcAft>
                <a:spcPts val="0"/>
              </a:spcAft>
              <a:buClr>
                <a:schemeClr val="lt1"/>
              </a:buClr>
              <a:buSzPts val="1200"/>
              <a:buFont typeface="Inter"/>
              <a:buNone/>
              <a:defRPr sz="1200">
                <a:latin typeface="Inter"/>
                <a:ea typeface="Inter"/>
                <a:cs typeface="Inter"/>
                <a:sym typeface="Inter"/>
              </a:defRPr>
            </a:lvl7pPr>
            <a:lvl8pPr lvl="7" algn="l">
              <a:lnSpc>
                <a:spcPct val="115000"/>
              </a:lnSpc>
              <a:spcBef>
                <a:spcPts val="0"/>
              </a:spcBef>
              <a:spcAft>
                <a:spcPts val="0"/>
              </a:spcAft>
              <a:buClr>
                <a:schemeClr val="lt1"/>
              </a:buClr>
              <a:buSzPts val="1200"/>
              <a:buFont typeface="Inter"/>
              <a:buNone/>
              <a:defRPr sz="1200">
                <a:latin typeface="Inter"/>
                <a:ea typeface="Inter"/>
                <a:cs typeface="Inter"/>
                <a:sym typeface="Inter"/>
              </a:defRPr>
            </a:lvl8pPr>
            <a:lvl9pPr lvl="8" algn="l">
              <a:lnSpc>
                <a:spcPct val="115000"/>
              </a:lnSpc>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49" name="Google Shape;49;p8"/>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8"/>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
        <p:nvSpPr>
          <p:cNvPr id="51" name="Google Shape;51;p8"/>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
        <p:nvSpPr>
          <p:cNvPr id="52" name="Google Shape;52;p8"/>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53" name="Shape 53"/>
        <p:cNvGrpSpPr/>
        <p:nvPr/>
      </p:nvGrpSpPr>
      <p:grpSpPr>
        <a:xfrm>
          <a:off x="0" y="0"/>
          <a:ext cx="0" cy="0"/>
          <a:chOff x="0" y="0"/>
          <a:chExt cx="0" cy="0"/>
        </a:xfrm>
      </p:grpSpPr>
      <p:sp>
        <p:nvSpPr>
          <p:cNvPr id="54" name="Google Shape;54;p9"/>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a:ea typeface="Inter"/>
              <a:cs typeface="Inter"/>
              <a:sym typeface="Inter"/>
            </a:endParaRPr>
          </a:p>
        </p:txBody>
      </p:sp>
      <p:sp>
        <p:nvSpPr>
          <p:cNvPr id="55" name="Google Shape;55;p9"/>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a:ea typeface="Inter"/>
              <a:cs typeface="Inter"/>
              <a:sym typeface="Inter"/>
            </a:endParaRPr>
          </a:p>
        </p:txBody>
      </p:sp>
      <p:sp>
        <p:nvSpPr>
          <p:cNvPr id="56" name="Google Shape;56;p9"/>
          <p:cNvSpPr txBox="1"/>
          <p:nvPr>
            <p:ph type="title"/>
          </p:nvPr>
        </p:nvSpPr>
        <p:spPr>
          <a:xfrm>
            <a:off x="283850" y="474875"/>
            <a:ext cx="2773200" cy="1585200"/>
          </a:xfrm>
          <a:prstGeom prst="rect">
            <a:avLst/>
          </a:prstGeom>
          <a:noFill/>
          <a:ln>
            <a:noFill/>
          </a:ln>
        </p:spPr>
        <p:txBody>
          <a:bodyPr anchorCtr="0" anchor="t" bIns="0" lIns="0" spcFirstLastPara="1" rIns="0" wrap="square" tIns="91425">
            <a:normAutofit/>
          </a:bodyPr>
          <a:lstStyle>
            <a:lvl1pPr lvl="0" algn="l">
              <a:lnSpc>
                <a:spcPct val="70000"/>
              </a:lnSpc>
              <a:spcBef>
                <a:spcPts val="0"/>
              </a:spcBef>
              <a:spcAft>
                <a:spcPts val="0"/>
              </a:spcAft>
              <a:buSzPts val="6000"/>
              <a:buNone/>
              <a:defRPr sz="6000">
                <a:solidFill>
                  <a:schemeClr val="dk1"/>
                </a:solidFill>
              </a:defRPr>
            </a:lvl1pPr>
            <a:lvl2pPr lvl="1" algn="l">
              <a:lnSpc>
                <a:spcPct val="70000"/>
              </a:lnSpc>
              <a:spcBef>
                <a:spcPts val="0"/>
              </a:spcBef>
              <a:spcAft>
                <a:spcPts val="0"/>
              </a:spcAft>
              <a:buSzPts val="6000"/>
              <a:buNone/>
              <a:defRPr sz="6000">
                <a:solidFill>
                  <a:schemeClr val="dk1"/>
                </a:solidFill>
              </a:defRPr>
            </a:lvl2pPr>
            <a:lvl3pPr lvl="2" algn="l">
              <a:lnSpc>
                <a:spcPct val="70000"/>
              </a:lnSpc>
              <a:spcBef>
                <a:spcPts val="0"/>
              </a:spcBef>
              <a:spcAft>
                <a:spcPts val="0"/>
              </a:spcAft>
              <a:buSzPts val="6000"/>
              <a:buNone/>
              <a:defRPr sz="6000">
                <a:solidFill>
                  <a:schemeClr val="dk1"/>
                </a:solidFill>
              </a:defRPr>
            </a:lvl3pPr>
            <a:lvl4pPr lvl="3" algn="l">
              <a:lnSpc>
                <a:spcPct val="70000"/>
              </a:lnSpc>
              <a:spcBef>
                <a:spcPts val="0"/>
              </a:spcBef>
              <a:spcAft>
                <a:spcPts val="0"/>
              </a:spcAft>
              <a:buSzPts val="6000"/>
              <a:buNone/>
              <a:defRPr sz="6000">
                <a:solidFill>
                  <a:schemeClr val="dk1"/>
                </a:solidFill>
              </a:defRPr>
            </a:lvl4pPr>
            <a:lvl5pPr lvl="4" algn="l">
              <a:lnSpc>
                <a:spcPct val="70000"/>
              </a:lnSpc>
              <a:spcBef>
                <a:spcPts val="0"/>
              </a:spcBef>
              <a:spcAft>
                <a:spcPts val="0"/>
              </a:spcAft>
              <a:buSzPts val="6000"/>
              <a:buNone/>
              <a:defRPr sz="6000">
                <a:solidFill>
                  <a:schemeClr val="dk1"/>
                </a:solidFill>
              </a:defRPr>
            </a:lvl5pPr>
            <a:lvl6pPr lvl="5" algn="l">
              <a:lnSpc>
                <a:spcPct val="70000"/>
              </a:lnSpc>
              <a:spcBef>
                <a:spcPts val="0"/>
              </a:spcBef>
              <a:spcAft>
                <a:spcPts val="0"/>
              </a:spcAft>
              <a:buSzPts val="6000"/>
              <a:buNone/>
              <a:defRPr sz="6000">
                <a:solidFill>
                  <a:schemeClr val="dk1"/>
                </a:solidFill>
              </a:defRPr>
            </a:lvl6pPr>
            <a:lvl7pPr lvl="6" algn="l">
              <a:lnSpc>
                <a:spcPct val="70000"/>
              </a:lnSpc>
              <a:spcBef>
                <a:spcPts val="0"/>
              </a:spcBef>
              <a:spcAft>
                <a:spcPts val="0"/>
              </a:spcAft>
              <a:buSzPts val="6000"/>
              <a:buNone/>
              <a:defRPr sz="6000">
                <a:solidFill>
                  <a:schemeClr val="dk1"/>
                </a:solidFill>
              </a:defRPr>
            </a:lvl7pPr>
            <a:lvl8pPr lvl="7" algn="l">
              <a:lnSpc>
                <a:spcPct val="70000"/>
              </a:lnSpc>
              <a:spcBef>
                <a:spcPts val="0"/>
              </a:spcBef>
              <a:spcAft>
                <a:spcPts val="0"/>
              </a:spcAft>
              <a:buSzPts val="6000"/>
              <a:buNone/>
              <a:defRPr sz="6000">
                <a:solidFill>
                  <a:schemeClr val="dk1"/>
                </a:solidFill>
              </a:defRPr>
            </a:lvl8pPr>
            <a:lvl9pPr lvl="8" algn="l">
              <a:lnSpc>
                <a:spcPct val="70000"/>
              </a:lnSpc>
              <a:spcBef>
                <a:spcPts val="0"/>
              </a:spcBef>
              <a:spcAft>
                <a:spcPts val="0"/>
              </a:spcAft>
              <a:buSzPts val="6000"/>
              <a:buNone/>
              <a:defRPr sz="6000">
                <a:solidFill>
                  <a:schemeClr val="dk1"/>
                </a:solidFill>
              </a:defRPr>
            </a:lvl9pPr>
          </a:lstStyle>
          <a:p/>
        </p:txBody>
      </p:sp>
      <p:sp>
        <p:nvSpPr>
          <p:cNvPr id="57" name="Google Shape;57;p9"/>
          <p:cNvSpPr txBox="1"/>
          <p:nvPr>
            <p:ph idx="1" type="subTitle"/>
          </p:nvPr>
        </p:nvSpPr>
        <p:spPr>
          <a:xfrm>
            <a:off x="284850" y="3602000"/>
            <a:ext cx="2773200" cy="804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200"/>
              <a:buFont typeface="Inter"/>
              <a:buNone/>
              <a:defRPr sz="1200">
                <a:solidFill>
                  <a:schemeClr val="dk1"/>
                </a:solidFill>
              </a:defRPr>
            </a:lvl1pPr>
            <a:lvl2pPr lvl="1"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58" name="Google Shape;58;p9"/>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9"/>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
        <p:nvSpPr>
          <p:cNvPr id="60" name="Google Shape;60;p9"/>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61" name="Shape 61"/>
        <p:cNvGrpSpPr/>
        <p:nvPr/>
      </p:nvGrpSpPr>
      <p:grpSpPr>
        <a:xfrm>
          <a:off x="0" y="0"/>
          <a:ext cx="0" cy="0"/>
          <a:chOff x="0" y="0"/>
          <a:chExt cx="0" cy="0"/>
        </a:xfrm>
      </p:grpSpPr>
      <p:sp>
        <p:nvSpPr>
          <p:cNvPr id="62" name="Google Shape;62;p10"/>
          <p:cNvSpPr txBox="1"/>
          <p:nvPr>
            <p:ph type="title"/>
          </p:nvPr>
        </p:nvSpPr>
        <p:spPr>
          <a:xfrm>
            <a:off x="283850" y="474875"/>
            <a:ext cx="2773200" cy="1585200"/>
          </a:xfrm>
          <a:prstGeom prst="rect">
            <a:avLst/>
          </a:prstGeom>
          <a:noFill/>
          <a:ln>
            <a:noFill/>
          </a:ln>
        </p:spPr>
        <p:txBody>
          <a:bodyPr anchorCtr="0" anchor="t" bIns="0" lIns="0" spcFirstLastPara="1" rIns="0" wrap="square" tIns="91425">
            <a:normAutofit/>
          </a:bodyPr>
          <a:lstStyle>
            <a:lvl1pPr lvl="0" algn="l">
              <a:lnSpc>
                <a:spcPct val="70000"/>
              </a:lnSpc>
              <a:spcBef>
                <a:spcPts val="0"/>
              </a:spcBef>
              <a:spcAft>
                <a:spcPts val="0"/>
              </a:spcAft>
              <a:buSzPts val="6000"/>
              <a:buNone/>
              <a:defRPr sz="6000"/>
            </a:lvl1pPr>
            <a:lvl2pPr lvl="1" algn="l">
              <a:lnSpc>
                <a:spcPct val="70000"/>
              </a:lnSpc>
              <a:spcBef>
                <a:spcPts val="0"/>
              </a:spcBef>
              <a:spcAft>
                <a:spcPts val="0"/>
              </a:spcAft>
              <a:buSzPts val="6000"/>
              <a:buNone/>
              <a:defRPr sz="6000"/>
            </a:lvl2pPr>
            <a:lvl3pPr lvl="2" algn="l">
              <a:lnSpc>
                <a:spcPct val="70000"/>
              </a:lnSpc>
              <a:spcBef>
                <a:spcPts val="0"/>
              </a:spcBef>
              <a:spcAft>
                <a:spcPts val="0"/>
              </a:spcAft>
              <a:buSzPts val="6000"/>
              <a:buNone/>
              <a:defRPr sz="6000"/>
            </a:lvl3pPr>
            <a:lvl4pPr lvl="3" algn="l">
              <a:lnSpc>
                <a:spcPct val="70000"/>
              </a:lnSpc>
              <a:spcBef>
                <a:spcPts val="0"/>
              </a:spcBef>
              <a:spcAft>
                <a:spcPts val="0"/>
              </a:spcAft>
              <a:buSzPts val="6000"/>
              <a:buNone/>
              <a:defRPr sz="6000"/>
            </a:lvl4pPr>
            <a:lvl5pPr lvl="4" algn="l">
              <a:lnSpc>
                <a:spcPct val="70000"/>
              </a:lnSpc>
              <a:spcBef>
                <a:spcPts val="0"/>
              </a:spcBef>
              <a:spcAft>
                <a:spcPts val="0"/>
              </a:spcAft>
              <a:buSzPts val="6000"/>
              <a:buNone/>
              <a:defRPr sz="6000"/>
            </a:lvl5pPr>
            <a:lvl6pPr lvl="5" algn="l">
              <a:lnSpc>
                <a:spcPct val="70000"/>
              </a:lnSpc>
              <a:spcBef>
                <a:spcPts val="0"/>
              </a:spcBef>
              <a:spcAft>
                <a:spcPts val="0"/>
              </a:spcAft>
              <a:buSzPts val="6000"/>
              <a:buNone/>
              <a:defRPr sz="6000"/>
            </a:lvl6pPr>
            <a:lvl7pPr lvl="6" algn="l">
              <a:lnSpc>
                <a:spcPct val="70000"/>
              </a:lnSpc>
              <a:spcBef>
                <a:spcPts val="0"/>
              </a:spcBef>
              <a:spcAft>
                <a:spcPts val="0"/>
              </a:spcAft>
              <a:buSzPts val="6000"/>
              <a:buNone/>
              <a:defRPr sz="6000"/>
            </a:lvl7pPr>
            <a:lvl8pPr lvl="7" algn="l">
              <a:lnSpc>
                <a:spcPct val="70000"/>
              </a:lnSpc>
              <a:spcBef>
                <a:spcPts val="0"/>
              </a:spcBef>
              <a:spcAft>
                <a:spcPts val="0"/>
              </a:spcAft>
              <a:buSzPts val="6000"/>
              <a:buNone/>
              <a:defRPr sz="6000"/>
            </a:lvl8pPr>
            <a:lvl9pPr lvl="8" algn="l">
              <a:lnSpc>
                <a:spcPct val="70000"/>
              </a:lnSpc>
              <a:spcBef>
                <a:spcPts val="0"/>
              </a:spcBef>
              <a:spcAft>
                <a:spcPts val="0"/>
              </a:spcAft>
              <a:buSzPts val="6000"/>
              <a:buNone/>
              <a:defRPr sz="6000"/>
            </a:lvl9pPr>
          </a:lstStyle>
          <a:p/>
        </p:txBody>
      </p:sp>
      <p:sp>
        <p:nvSpPr>
          <p:cNvPr id="63" name="Google Shape;63;p10"/>
          <p:cNvSpPr txBox="1"/>
          <p:nvPr>
            <p:ph idx="1" type="subTitle"/>
          </p:nvPr>
        </p:nvSpPr>
        <p:spPr>
          <a:xfrm>
            <a:off x="284850" y="3602000"/>
            <a:ext cx="2773200" cy="804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lt1"/>
              </a:buClr>
              <a:buSzPts val="1200"/>
              <a:buFont typeface="Inter"/>
              <a:buNone/>
              <a:defRPr sz="1200"/>
            </a:lvl1pPr>
            <a:lvl2pPr lvl="1" algn="l">
              <a:lnSpc>
                <a:spcPct val="115000"/>
              </a:lnSpc>
              <a:spcBef>
                <a:spcPts val="0"/>
              </a:spcBef>
              <a:spcAft>
                <a:spcPts val="0"/>
              </a:spcAft>
              <a:buClr>
                <a:schemeClr val="lt1"/>
              </a:buClr>
              <a:buSzPts val="1200"/>
              <a:buFont typeface="Inter"/>
              <a:buNone/>
              <a:defRPr sz="1200">
                <a:latin typeface="Inter"/>
                <a:ea typeface="Inter"/>
                <a:cs typeface="Inter"/>
                <a:sym typeface="Inter"/>
              </a:defRPr>
            </a:lvl2pPr>
            <a:lvl3pPr lvl="2" algn="l">
              <a:lnSpc>
                <a:spcPct val="115000"/>
              </a:lnSpc>
              <a:spcBef>
                <a:spcPts val="0"/>
              </a:spcBef>
              <a:spcAft>
                <a:spcPts val="0"/>
              </a:spcAft>
              <a:buClr>
                <a:schemeClr val="lt1"/>
              </a:buClr>
              <a:buSzPts val="1200"/>
              <a:buFont typeface="Inter"/>
              <a:buNone/>
              <a:defRPr sz="1200">
                <a:latin typeface="Inter"/>
                <a:ea typeface="Inter"/>
                <a:cs typeface="Inter"/>
                <a:sym typeface="Inter"/>
              </a:defRPr>
            </a:lvl3pPr>
            <a:lvl4pPr lvl="3" algn="l">
              <a:lnSpc>
                <a:spcPct val="115000"/>
              </a:lnSpc>
              <a:spcBef>
                <a:spcPts val="0"/>
              </a:spcBef>
              <a:spcAft>
                <a:spcPts val="0"/>
              </a:spcAft>
              <a:buClr>
                <a:schemeClr val="lt1"/>
              </a:buClr>
              <a:buSzPts val="1200"/>
              <a:buFont typeface="Inter"/>
              <a:buNone/>
              <a:defRPr sz="1200">
                <a:latin typeface="Inter"/>
                <a:ea typeface="Inter"/>
                <a:cs typeface="Inter"/>
                <a:sym typeface="Inter"/>
              </a:defRPr>
            </a:lvl4pPr>
            <a:lvl5pPr lvl="4" algn="l">
              <a:lnSpc>
                <a:spcPct val="115000"/>
              </a:lnSpc>
              <a:spcBef>
                <a:spcPts val="0"/>
              </a:spcBef>
              <a:spcAft>
                <a:spcPts val="0"/>
              </a:spcAft>
              <a:buClr>
                <a:schemeClr val="lt1"/>
              </a:buClr>
              <a:buSzPts val="1200"/>
              <a:buFont typeface="Inter"/>
              <a:buNone/>
              <a:defRPr sz="1200">
                <a:latin typeface="Inter"/>
                <a:ea typeface="Inter"/>
                <a:cs typeface="Inter"/>
                <a:sym typeface="Inter"/>
              </a:defRPr>
            </a:lvl5pPr>
            <a:lvl6pPr lvl="5" algn="l">
              <a:lnSpc>
                <a:spcPct val="115000"/>
              </a:lnSpc>
              <a:spcBef>
                <a:spcPts val="0"/>
              </a:spcBef>
              <a:spcAft>
                <a:spcPts val="0"/>
              </a:spcAft>
              <a:buClr>
                <a:schemeClr val="lt1"/>
              </a:buClr>
              <a:buSzPts val="1200"/>
              <a:buFont typeface="Inter"/>
              <a:buNone/>
              <a:defRPr sz="1200">
                <a:latin typeface="Inter"/>
                <a:ea typeface="Inter"/>
                <a:cs typeface="Inter"/>
                <a:sym typeface="Inter"/>
              </a:defRPr>
            </a:lvl6pPr>
            <a:lvl7pPr lvl="6" algn="l">
              <a:lnSpc>
                <a:spcPct val="115000"/>
              </a:lnSpc>
              <a:spcBef>
                <a:spcPts val="0"/>
              </a:spcBef>
              <a:spcAft>
                <a:spcPts val="0"/>
              </a:spcAft>
              <a:buClr>
                <a:schemeClr val="lt1"/>
              </a:buClr>
              <a:buSzPts val="1200"/>
              <a:buFont typeface="Inter"/>
              <a:buNone/>
              <a:defRPr sz="1200">
                <a:latin typeface="Inter"/>
                <a:ea typeface="Inter"/>
                <a:cs typeface="Inter"/>
                <a:sym typeface="Inter"/>
              </a:defRPr>
            </a:lvl7pPr>
            <a:lvl8pPr lvl="7" algn="l">
              <a:lnSpc>
                <a:spcPct val="115000"/>
              </a:lnSpc>
              <a:spcBef>
                <a:spcPts val="0"/>
              </a:spcBef>
              <a:spcAft>
                <a:spcPts val="0"/>
              </a:spcAft>
              <a:buClr>
                <a:schemeClr val="lt1"/>
              </a:buClr>
              <a:buSzPts val="1200"/>
              <a:buFont typeface="Inter"/>
              <a:buNone/>
              <a:defRPr sz="1200">
                <a:latin typeface="Inter"/>
                <a:ea typeface="Inter"/>
                <a:cs typeface="Inter"/>
                <a:sym typeface="Inter"/>
              </a:defRPr>
            </a:lvl8pPr>
            <a:lvl9pPr lvl="8" algn="l">
              <a:lnSpc>
                <a:spcPct val="115000"/>
              </a:lnSpc>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64" name="Google Shape;64;p10"/>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0"/>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6" name="Google Shape;66;p10"/>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7" name="Google Shape;67;p10"/>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68" name="Shape 68"/>
        <p:cNvGrpSpPr/>
        <p:nvPr/>
      </p:nvGrpSpPr>
      <p:grpSpPr>
        <a:xfrm>
          <a:off x="0" y="0"/>
          <a:ext cx="0" cy="0"/>
          <a:chOff x="0" y="0"/>
          <a:chExt cx="0" cy="0"/>
        </a:xfrm>
      </p:grpSpPr>
      <p:sp>
        <p:nvSpPr>
          <p:cNvPr id="69" name="Google Shape;69;p11"/>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70" name="Google Shape;70;p11"/>
          <p:cNvSpPr txBox="1"/>
          <p:nvPr>
            <p:ph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
        <p:nvSpPr>
          <p:cNvPr id="71" name="Google Shape;71;p11"/>
          <p:cNvSpPr txBox="1"/>
          <p:nvPr>
            <p:ph idx="2"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72" name="Shape 72"/>
        <p:cNvGrpSpPr/>
        <p:nvPr/>
      </p:nvGrpSpPr>
      <p:grpSpPr>
        <a:xfrm>
          <a:off x="0" y="0"/>
          <a:ext cx="0" cy="0"/>
          <a:chOff x="0" y="0"/>
          <a:chExt cx="0" cy="0"/>
        </a:xfrm>
      </p:grpSpPr>
      <p:sp>
        <p:nvSpPr>
          <p:cNvPr id="73" name="Google Shape;73;p12"/>
          <p:cNvSpPr txBox="1"/>
          <p:nvPr>
            <p:ph type="title"/>
          </p:nvPr>
        </p:nvSpPr>
        <p:spPr>
          <a:xfrm>
            <a:off x="283850" y="285900"/>
            <a:ext cx="4227600" cy="309300"/>
          </a:xfrm>
          <a:prstGeom prst="rect">
            <a:avLst/>
          </a:prstGeom>
          <a:noFill/>
          <a:ln>
            <a:noFill/>
          </a:ln>
        </p:spPr>
        <p:txBody>
          <a:bodyPr anchorCtr="0" anchor="t" bIns="0" lIns="0" spcFirstLastPara="1" rIns="0" wrap="square" tIns="0">
            <a:spAutoFit/>
          </a:bodyPr>
          <a:lstStyle>
            <a:lvl1pPr lvl="0" algn="l">
              <a:lnSpc>
                <a:spcPct val="70000"/>
              </a:lnSpc>
              <a:spcBef>
                <a:spcPts val="0"/>
              </a:spcBef>
              <a:spcAft>
                <a:spcPts val="0"/>
              </a:spcAft>
              <a:buSzPts val="1800"/>
              <a:buNone/>
              <a:defRPr sz="1800">
                <a:solidFill>
                  <a:schemeClr val="dk1"/>
                </a:solidFill>
              </a:defRPr>
            </a:lvl1pPr>
            <a:lvl2pPr lvl="1" algn="l">
              <a:lnSpc>
                <a:spcPct val="70000"/>
              </a:lnSpc>
              <a:spcBef>
                <a:spcPts val="0"/>
              </a:spcBef>
              <a:spcAft>
                <a:spcPts val="0"/>
              </a:spcAft>
              <a:buSzPts val="1800"/>
              <a:buNone/>
              <a:defRPr sz="1800">
                <a:solidFill>
                  <a:schemeClr val="dk1"/>
                </a:solidFill>
              </a:defRPr>
            </a:lvl2pPr>
            <a:lvl3pPr lvl="2" algn="l">
              <a:lnSpc>
                <a:spcPct val="70000"/>
              </a:lnSpc>
              <a:spcBef>
                <a:spcPts val="0"/>
              </a:spcBef>
              <a:spcAft>
                <a:spcPts val="0"/>
              </a:spcAft>
              <a:buSzPts val="1800"/>
              <a:buNone/>
              <a:defRPr sz="1800">
                <a:solidFill>
                  <a:schemeClr val="dk1"/>
                </a:solidFill>
              </a:defRPr>
            </a:lvl3pPr>
            <a:lvl4pPr lvl="3" algn="l">
              <a:lnSpc>
                <a:spcPct val="70000"/>
              </a:lnSpc>
              <a:spcBef>
                <a:spcPts val="0"/>
              </a:spcBef>
              <a:spcAft>
                <a:spcPts val="0"/>
              </a:spcAft>
              <a:buSzPts val="1800"/>
              <a:buNone/>
              <a:defRPr sz="1800">
                <a:solidFill>
                  <a:schemeClr val="dk1"/>
                </a:solidFill>
              </a:defRPr>
            </a:lvl4pPr>
            <a:lvl5pPr lvl="4" algn="l">
              <a:lnSpc>
                <a:spcPct val="70000"/>
              </a:lnSpc>
              <a:spcBef>
                <a:spcPts val="0"/>
              </a:spcBef>
              <a:spcAft>
                <a:spcPts val="0"/>
              </a:spcAft>
              <a:buSzPts val="1800"/>
              <a:buNone/>
              <a:defRPr sz="1800">
                <a:solidFill>
                  <a:schemeClr val="dk1"/>
                </a:solidFill>
              </a:defRPr>
            </a:lvl5pPr>
            <a:lvl6pPr lvl="5" algn="l">
              <a:lnSpc>
                <a:spcPct val="70000"/>
              </a:lnSpc>
              <a:spcBef>
                <a:spcPts val="0"/>
              </a:spcBef>
              <a:spcAft>
                <a:spcPts val="0"/>
              </a:spcAft>
              <a:buSzPts val="1800"/>
              <a:buNone/>
              <a:defRPr sz="1800">
                <a:solidFill>
                  <a:schemeClr val="dk1"/>
                </a:solidFill>
              </a:defRPr>
            </a:lvl6pPr>
            <a:lvl7pPr lvl="6" algn="l">
              <a:lnSpc>
                <a:spcPct val="70000"/>
              </a:lnSpc>
              <a:spcBef>
                <a:spcPts val="0"/>
              </a:spcBef>
              <a:spcAft>
                <a:spcPts val="0"/>
              </a:spcAft>
              <a:buSzPts val="1800"/>
              <a:buNone/>
              <a:defRPr sz="1800">
                <a:solidFill>
                  <a:schemeClr val="dk1"/>
                </a:solidFill>
              </a:defRPr>
            </a:lvl7pPr>
            <a:lvl8pPr lvl="7" algn="l">
              <a:lnSpc>
                <a:spcPct val="70000"/>
              </a:lnSpc>
              <a:spcBef>
                <a:spcPts val="0"/>
              </a:spcBef>
              <a:spcAft>
                <a:spcPts val="0"/>
              </a:spcAft>
              <a:buSzPts val="1800"/>
              <a:buNone/>
              <a:defRPr sz="1800">
                <a:solidFill>
                  <a:schemeClr val="dk1"/>
                </a:solidFill>
              </a:defRPr>
            </a:lvl8pPr>
            <a:lvl9pPr lvl="8" algn="l">
              <a:lnSpc>
                <a:spcPct val="70000"/>
              </a:lnSpc>
              <a:spcBef>
                <a:spcPts val="0"/>
              </a:spcBef>
              <a:spcAft>
                <a:spcPts val="0"/>
              </a:spcAft>
              <a:buSzPts val="1800"/>
              <a:buNone/>
              <a:defRPr sz="1800">
                <a:solidFill>
                  <a:schemeClr val="dk1"/>
                </a:solidFill>
              </a:defRPr>
            </a:lvl9pPr>
          </a:lstStyle>
          <a:p/>
        </p:txBody>
      </p:sp>
      <p:sp>
        <p:nvSpPr>
          <p:cNvPr id="74" name="Google Shape;74;p12"/>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2"/>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76" name="Google Shape;76;p12"/>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77" name="Google Shape;77;p12"/>
          <p:cNvSpPr txBox="1"/>
          <p:nvPr>
            <p:ph idx="1" type="subTitle"/>
          </p:nvPr>
        </p:nvSpPr>
        <p:spPr>
          <a:xfrm>
            <a:off x="1125100" y="2345400"/>
            <a:ext cx="5559300" cy="773700"/>
          </a:xfrm>
          <a:prstGeom prst="rect">
            <a:avLst/>
          </a:prstGeom>
          <a:noFill/>
          <a:ln>
            <a:noFill/>
          </a:ln>
        </p:spPr>
        <p:txBody>
          <a:bodyPr anchorCtr="0" anchor="ctr" bIns="0" lIns="0" spcFirstLastPara="1" rIns="0" wrap="square" tIns="0">
            <a:noAutofit/>
          </a:bodyPr>
          <a:lstStyle>
            <a:lvl1pPr lvl="0" algn="l">
              <a:lnSpc>
                <a:spcPct val="70000"/>
              </a:lnSpc>
              <a:spcBef>
                <a:spcPts val="0"/>
              </a:spcBef>
              <a:spcAft>
                <a:spcPts val="0"/>
              </a:spcAft>
              <a:buClr>
                <a:schemeClr val="dk1"/>
              </a:buClr>
              <a:buSzPts val="3600"/>
              <a:buFont typeface="Inter"/>
              <a:buNone/>
              <a:defRPr sz="3600">
                <a:solidFill>
                  <a:schemeClr val="dk1"/>
                </a:solidFill>
              </a:defRPr>
            </a:lvl1pPr>
            <a:lvl2pPr lvl="1"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8" name="Google Shape;78;p12"/>
          <p:cNvSpPr txBox="1"/>
          <p:nvPr>
            <p:ph idx="4" type="subTitle"/>
          </p:nvPr>
        </p:nvSpPr>
        <p:spPr>
          <a:xfrm flipH="1">
            <a:off x="6801950" y="2345400"/>
            <a:ext cx="2055000" cy="773700"/>
          </a:xfrm>
          <a:prstGeom prst="rect">
            <a:avLst/>
          </a:prstGeom>
          <a:noFill/>
          <a:ln>
            <a:noFill/>
          </a:ln>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9" name="Google Shape;79;p12"/>
          <p:cNvSpPr txBox="1"/>
          <p:nvPr>
            <p:ph idx="5" type="subTitle"/>
          </p:nvPr>
        </p:nvSpPr>
        <p:spPr>
          <a:xfrm>
            <a:off x="1125100" y="1555600"/>
            <a:ext cx="5559300" cy="773700"/>
          </a:xfrm>
          <a:prstGeom prst="rect">
            <a:avLst/>
          </a:prstGeom>
          <a:noFill/>
          <a:ln>
            <a:noFill/>
          </a:ln>
        </p:spPr>
        <p:txBody>
          <a:bodyPr anchorCtr="0" anchor="ctr" bIns="0" lIns="0" spcFirstLastPara="1" rIns="0" wrap="square" tIns="0">
            <a:noAutofit/>
          </a:bodyPr>
          <a:lstStyle>
            <a:lvl1pPr lvl="0" algn="l">
              <a:lnSpc>
                <a:spcPct val="70000"/>
              </a:lnSpc>
              <a:spcBef>
                <a:spcPts val="0"/>
              </a:spcBef>
              <a:spcAft>
                <a:spcPts val="0"/>
              </a:spcAft>
              <a:buClr>
                <a:schemeClr val="dk1"/>
              </a:buClr>
              <a:buSzPts val="3600"/>
              <a:buFont typeface="Inter"/>
              <a:buNone/>
              <a:defRPr sz="3600">
                <a:solidFill>
                  <a:schemeClr val="dk1"/>
                </a:solidFill>
              </a:defRPr>
            </a:lvl1pPr>
            <a:lvl2pPr lvl="1"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80" name="Google Shape;80;p12"/>
          <p:cNvSpPr txBox="1"/>
          <p:nvPr>
            <p:ph idx="6" type="subTitle"/>
          </p:nvPr>
        </p:nvSpPr>
        <p:spPr>
          <a:xfrm flipH="1">
            <a:off x="6801950" y="1555600"/>
            <a:ext cx="2055000" cy="773700"/>
          </a:xfrm>
          <a:prstGeom prst="rect">
            <a:avLst/>
          </a:prstGeom>
          <a:noFill/>
          <a:ln>
            <a:noFill/>
          </a:ln>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81" name="Google Shape;81;p12"/>
          <p:cNvSpPr txBox="1"/>
          <p:nvPr>
            <p:ph idx="7" type="subTitle"/>
          </p:nvPr>
        </p:nvSpPr>
        <p:spPr>
          <a:xfrm>
            <a:off x="1125100" y="3123163"/>
            <a:ext cx="5559300" cy="773700"/>
          </a:xfrm>
          <a:prstGeom prst="rect">
            <a:avLst/>
          </a:prstGeom>
          <a:noFill/>
          <a:ln>
            <a:noFill/>
          </a:ln>
        </p:spPr>
        <p:txBody>
          <a:bodyPr anchorCtr="0" anchor="ctr" bIns="0" lIns="0" spcFirstLastPara="1" rIns="0" wrap="square" tIns="0">
            <a:noAutofit/>
          </a:bodyPr>
          <a:lstStyle>
            <a:lvl1pPr lvl="0" algn="l">
              <a:lnSpc>
                <a:spcPct val="70000"/>
              </a:lnSpc>
              <a:spcBef>
                <a:spcPts val="0"/>
              </a:spcBef>
              <a:spcAft>
                <a:spcPts val="0"/>
              </a:spcAft>
              <a:buClr>
                <a:schemeClr val="dk1"/>
              </a:buClr>
              <a:buSzPts val="3600"/>
              <a:buFont typeface="Inter"/>
              <a:buNone/>
              <a:defRPr sz="3600">
                <a:solidFill>
                  <a:schemeClr val="dk1"/>
                </a:solidFill>
              </a:defRPr>
            </a:lvl1pPr>
            <a:lvl2pPr lvl="1"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82" name="Google Shape;82;p12"/>
          <p:cNvSpPr txBox="1"/>
          <p:nvPr>
            <p:ph idx="8" type="subTitle"/>
          </p:nvPr>
        </p:nvSpPr>
        <p:spPr>
          <a:xfrm flipH="1">
            <a:off x="6801950" y="3123163"/>
            <a:ext cx="2055000" cy="773700"/>
          </a:xfrm>
          <a:prstGeom prst="rect">
            <a:avLst/>
          </a:prstGeom>
          <a:noFill/>
          <a:ln>
            <a:noFill/>
          </a:ln>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83" name="Google Shape;83;p12"/>
          <p:cNvSpPr txBox="1"/>
          <p:nvPr>
            <p:ph idx="9" type="subTitle"/>
          </p:nvPr>
        </p:nvSpPr>
        <p:spPr>
          <a:xfrm>
            <a:off x="1125100" y="3902913"/>
            <a:ext cx="5559300" cy="773700"/>
          </a:xfrm>
          <a:prstGeom prst="rect">
            <a:avLst/>
          </a:prstGeom>
          <a:noFill/>
          <a:ln>
            <a:noFill/>
          </a:ln>
        </p:spPr>
        <p:txBody>
          <a:bodyPr anchorCtr="0" anchor="ctr" bIns="0" lIns="0" spcFirstLastPara="1" rIns="0" wrap="square" tIns="0">
            <a:noAutofit/>
          </a:bodyPr>
          <a:lstStyle>
            <a:lvl1pPr lvl="0" algn="l">
              <a:lnSpc>
                <a:spcPct val="70000"/>
              </a:lnSpc>
              <a:spcBef>
                <a:spcPts val="0"/>
              </a:spcBef>
              <a:spcAft>
                <a:spcPts val="0"/>
              </a:spcAft>
              <a:buClr>
                <a:schemeClr val="dk1"/>
              </a:buClr>
              <a:buSzPts val="3600"/>
              <a:buFont typeface="Inter"/>
              <a:buNone/>
              <a:defRPr sz="3600">
                <a:solidFill>
                  <a:schemeClr val="dk1"/>
                </a:solidFill>
              </a:defRPr>
            </a:lvl1pPr>
            <a:lvl2pPr lvl="1"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84" name="Google Shape;84;p12"/>
          <p:cNvSpPr txBox="1"/>
          <p:nvPr>
            <p:ph idx="13" type="subTitle"/>
          </p:nvPr>
        </p:nvSpPr>
        <p:spPr>
          <a:xfrm flipH="1">
            <a:off x="6801950" y="3902913"/>
            <a:ext cx="2055000" cy="773700"/>
          </a:xfrm>
          <a:prstGeom prst="rect">
            <a:avLst/>
          </a:prstGeom>
          <a:noFill/>
          <a:ln>
            <a:noFill/>
          </a:ln>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85" name="Shape 85"/>
        <p:cNvGrpSpPr/>
        <p:nvPr/>
      </p:nvGrpSpPr>
      <p:grpSpPr>
        <a:xfrm>
          <a:off x="0" y="0"/>
          <a:ext cx="0" cy="0"/>
          <a:chOff x="0" y="0"/>
          <a:chExt cx="0" cy="0"/>
        </a:xfrm>
      </p:grpSpPr>
      <p:sp>
        <p:nvSpPr>
          <p:cNvPr id="86" name="Google Shape;86;p13"/>
          <p:cNvSpPr/>
          <p:nvPr>
            <p:ph idx="2" type="pic"/>
          </p:nvPr>
        </p:nvSpPr>
        <p:spPr>
          <a:xfrm>
            <a:off x="283850" y="2178075"/>
            <a:ext cx="4227600" cy="2505600"/>
          </a:xfrm>
          <a:prstGeom prst="rect">
            <a:avLst/>
          </a:prstGeom>
          <a:noFill/>
          <a:ln>
            <a:noFill/>
          </a:ln>
        </p:spPr>
      </p:sp>
      <p:sp>
        <p:nvSpPr>
          <p:cNvPr id="87" name="Google Shape;87;p13"/>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8" name="Google Shape;88;p13"/>
          <p:cNvSpPr txBox="1"/>
          <p:nvPr>
            <p:ph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89" name="Google Shape;89;p13"/>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90" name="Google Shape;90;p13"/>
          <p:cNvSpPr txBox="1"/>
          <p:nvPr>
            <p:ph idx="4" type="title"/>
          </p:nvPr>
        </p:nvSpPr>
        <p:spPr>
          <a:xfrm>
            <a:off x="283850" y="285900"/>
            <a:ext cx="56742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91" name="Google Shape;91;p13"/>
          <p:cNvSpPr txBox="1"/>
          <p:nvPr>
            <p:ph idx="1" type="body"/>
          </p:nvPr>
        </p:nvSpPr>
        <p:spPr>
          <a:xfrm>
            <a:off x="4629300" y="2636275"/>
            <a:ext cx="4227600" cy="2047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92" name="Google Shape;92;p13"/>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93" name="Shape 93"/>
        <p:cNvGrpSpPr/>
        <p:nvPr/>
      </p:nvGrpSpPr>
      <p:grpSpPr>
        <a:xfrm>
          <a:off x="0" y="0"/>
          <a:ext cx="0" cy="0"/>
          <a:chOff x="0" y="0"/>
          <a:chExt cx="0" cy="0"/>
        </a:xfrm>
      </p:grpSpPr>
      <p:sp>
        <p:nvSpPr>
          <p:cNvPr id="94" name="Google Shape;94;p14"/>
          <p:cNvSpPr/>
          <p:nvPr>
            <p:ph idx="2" type="pic"/>
          </p:nvPr>
        </p:nvSpPr>
        <p:spPr>
          <a:xfrm>
            <a:off x="4629750" y="0"/>
            <a:ext cx="4227000" cy="4683600"/>
          </a:xfrm>
          <a:prstGeom prst="roundRect">
            <a:avLst>
              <a:gd fmla="val 0" name="adj"/>
            </a:avLst>
          </a:prstGeom>
          <a:noFill/>
          <a:ln>
            <a:noFill/>
          </a:ln>
        </p:spPr>
      </p:sp>
      <p:sp>
        <p:nvSpPr>
          <p:cNvPr id="95" name="Google Shape;95;p14"/>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4"/>
          <p:cNvSpPr txBox="1"/>
          <p:nvPr>
            <p:ph type="title"/>
          </p:nvPr>
        </p:nvSpPr>
        <p:spPr>
          <a:xfrm>
            <a:off x="283850" y="285900"/>
            <a:ext cx="42276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97" name="Google Shape;97;p14"/>
          <p:cNvSpPr txBox="1"/>
          <p:nvPr>
            <p:ph idx="1" type="body"/>
          </p:nvPr>
        </p:nvSpPr>
        <p:spPr>
          <a:xfrm>
            <a:off x="763175" y="2599225"/>
            <a:ext cx="3748800" cy="2084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Char char="●"/>
              <a:defRPr sz="1000">
                <a:solidFill>
                  <a:schemeClr val="dk1"/>
                </a:solidFill>
              </a:defRPr>
            </a:lvl1pPr>
            <a:lvl2pPr indent="-292100" lvl="1" marL="914400" algn="l">
              <a:lnSpc>
                <a:spcPct val="100000"/>
              </a:lnSpc>
              <a:spcBef>
                <a:spcPts val="0"/>
              </a:spcBef>
              <a:spcAft>
                <a:spcPts val="0"/>
              </a:spcAft>
              <a:buClr>
                <a:schemeClr val="dk1"/>
              </a:buClr>
              <a:buSzPts val="1000"/>
              <a:buChar char="○"/>
              <a:defRPr sz="1000">
                <a:solidFill>
                  <a:schemeClr val="dk1"/>
                </a:solidFill>
              </a:defRPr>
            </a:lvl2pPr>
            <a:lvl3pPr indent="-292100" lvl="2" marL="1371600" algn="l">
              <a:lnSpc>
                <a:spcPct val="100000"/>
              </a:lnSpc>
              <a:spcBef>
                <a:spcPts val="0"/>
              </a:spcBef>
              <a:spcAft>
                <a:spcPts val="0"/>
              </a:spcAft>
              <a:buClr>
                <a:schemeClr val="dk1"/>
              </a:buClr>
              <a:buSzPts val="1000"/>
              <a:buChar char="■"/>
              <a:defRPr sz="1000">
                <a:solidFill>
                  <a:schemeClr val="dk1"/>
                </a:solidFill>
              </a:defRPr>
            </a:lvl3pPr>
            <a:lvl4pPr indent="-292100" lvl="3" marL="1828800" algn="l">
              <a:lnSpc>
                <a:spcPct val="100000"/>
              </a:lnSpc>
              <a:spcBef>
                <a:spcPts val="0"/>
              </a:spcBef>
              <a:spcAft>
                <a:spcPts val="0"/>
              </a:spcAft>
              <a:buClr>
                <a:schemeClr val="dk1"/>
              </a:buClr>
              <a:buSzPts val="1000"/>
              <a:buChar char="●"/>
              <a:defRPr sz="1000">
                <a:solidFill>
                  <a:schemeClr val="dk1"/>
                </a:solidFill>
              </a:defRPr>
            </a:lvl4pPr>
            <a:lvl5pPr indent="-292100" lvl="4" marL="2286000" algn="l">
              <a:lnSpc>
                <a:spcPct val="100000"/>
              </a:lnSpc>
              <a:spcBef>
                <a:spcPts val="0"/>
              </a:spcBef>
              <a:spcAft>
                <a:spcPts val="0"/>
              </a:spcAft>
              <a:buClr>
                <a:schemeClr val="dk1"/>
              </a:buClr>
              <a:buSzPts val="1000"/>
              <a:buChar char="○"/>
              <a:defRPr sz="1000">
                <a:solidFill>
                  <a:schemeClr val="dk1"/>
                </a:solidFill>
              </a:defRPr>
            </a:lvl5pPr>
            <a:lvl6pPr indent="-292100" lvl="5" marL="2743200" algn="l">
              <a:lnSpc>
                <a:spcPct val="100000"/>
              </a:lnSpc>
              <a:spcBef>
                <a:spcPts val="0"/>
              </a:spcBef>
              <a:spcAft>
                <a:spcPts val="0"/>
              </a:spcAft>
              <a:buClr>
                <a:schemeClr val="dk1"/>
              </a:buClr>
              <a:buSzPts val="1000"/>
              <a:buChar char="■"/>
              <a:defRPr sz="1000">
                <a:solidFill>
                  <a:schemeClr val="dk1"/>
                </a:solidFill>
              </a:defRPr>
            </a:lvl6pPr>
            <a:lvl7pPr indent="-292100" lvl="6" marL="3200400" algn="l">
              <a:lnSpc>
                <a:spcPct val="100000"/>
              </a:lnSpc>
              <a:spcBef>
                <a:spcPts val="0"/>
              </a:spcBef>
              <a:spcAft>
                <a:spcPts val="0"/>
              </a:spcAft>
              <a:buClr>
                <a:schemeClr val="dk1"/>
              </a:buClr>
              <a:buSzPts val="1000"/>
              <a:buChar char="●"/>
              <a:defRPr sz="1000">
                <a:solidFill>
                  <a:schemeClr val="dk1"/>
                </a:solidFill>
              </a:defRPr>
            </a:lvl7pPr>
            <a:lvl8pPr indent="-292100" lvl="7" marL="3657600" algn="l">
              <a:lnSpc>
                <a:spcPct val="100000"/>
              </a:lnSpc>
              <a:spcBef>
                <a:spcPts val="0"/>
              </a:spcBef>
              <a:spcAft>
                <a:spcPts val="0"/>
              </a:spcAft>
              <a:buClr>
                <a:schemeClr val="dk1"/>
              </a:buClr>
              <a:buSzPts val="1000"/>
              <a:buChar char="○"/>
              <a:defRPr sz="1000">
                <a:solidFill>
                  <a:schemeClr val="dk1"/>
                </a:solidFill>
              </a:defRPr>
            </a:lvl8pPr>
            <a:lvl9pPr indent="-292100" lvl="8" marL="4114800" algn="l">
              <a:lnSpc>
                <a:spcPct val="100000"/>
              </a:lnSpc>
              <a:spcBef>
                <a:spcPts val="0"/>
              </a:spcBef>
              <a:spcAft>
                <a:spcPts val="0"/>
              </a:spcAft>
              <a:buClr>
                <a:schemeClr val="dk1"/>
              </a:buClr>
              <a:buSzPts val="1000"/>
              <a:buChar char="■"/>
              <a:defRPr sz="1000">
                <a:solidFill>
                  <a:schemeClr val="dk1"/>
                </a:solidFill>
              </a:defRPr>
            </a:lvl9pPr>
          </a:lstStyle>
          <a:p/>
        </p:txBody>
      </p:sp>
      <p:sp>
        <p:nvSpPr>
          <p:cNvPr id="98" name="Google Shape;98;p14"/>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99" name="Google Shape;99;p14"/>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100" name="Shape 100"/>
        <p:cNvGrpSpPr/>
        <p:nvPr/>
      </p:nvGrpSpPr>
      <p:grpSpPr>
        <a:xfrm>
          <a:off x="0" y="0"/>
          <a:ext cx="0" cy="0"/>
          <a:chOff x="0" y="0"/>
          <a:chExt cx="0" cy="0"/>
        </a:xfrm>
      </p:grpSpPr>
      <p:sp>
        <p:nvSpPr>
          <p:cNvPr id="101" name="Google Shape;101;p15"/>
          <p:cNvSpPr/>
          <p:nvPr>
            <p:ph idx="2" type="pic"/>
          </p:nvPr>
        </p:nvSpPr>
        <p:spPr>
          <a:xfrm>
            <a:off x="270275" y="3132475"/>
            <a:ext cx="2770500" cy="1551000"/>
          </a:xfrm>
          <a:prstGeom prst="roundRect">
            <a:avLst>
              <a:gd fmla="val 0" name="adj"/>
            </a:avLst>
          </a:prstGeom>
          <a:noFill/>
          <a:ln>
            <a:noFill/>
          </a:ln>
        </p:spPr>
      </p:sp>
      <p:sp>
        <p:nvSpPr>
          <p:cNvPr id="102" name="Google Shape;102;p15"/>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5"/>
          <p:cNvSpPr txBox="1"/>
          <p:nvPr>
            <p:ph type="title"/>
          </p:nvPr>
        </p:nvSpPr>
        <p:spPr>
          <a:xfrm>
            <a:off x="283850" y="285900"/>
            <a:ext cx="64008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04" name="Google Shape;104;p15"/>
          <p:cNvSpPr txBox="1"/>
          <p:nvPr>
            <p:ph idx="1" type="body"/>
          </p:nvPr>
        </p:nvSpPr>
        <p:spPr>
          <a:xfrm>
            <a:off x="6086325" y="2599225"/>
            <a:ext cx="2770500" cy="2084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Char char="●"/>
              <a:defRPr sz="1000">
                <a:solidFill>
                  <a:schemeClr val="dk1"/>
                </a:solidFill>
              </a:defRPr>
            </a:lvl1pPr>
            <a:lvl2pPr indent="-292100" lvl="1" marL="914400" algn="l">
              <a:lnSpc>
                <a:spcPct val="100000"/>
              </a:lnSpc>
              <a:spcBef>
                <a:spcPts val="0"/>
              </a:spcBef>
              <a:spcAft>
                <a:spcPts val="0"/>
              </a:spcAft>
              <a:buClr>
                <a:schemeClr val="dk1"/>
              </a:buClr>
              <a:buSzPts val="1000"/>
              <a:buChar char="○"/>
              <a:defRPr sz="1000">
                <a:solidFill>
                  <a:schemeClr val="dk1"/>
                </a:solidFill>
              </a:defRPr>
            </a:lvl2pPr>
            <a:lvl3pPr indent="-292100" lvl="2" marL="1371600" algn="l">
              <a:lnSpc>
                <a:spcPct val="100000"/>
              </a:lnSpc>
              <a:spcBef>
                <a:spcPts val="0"/>
              </a:spcBef>
              <a:spcAft>
                <a:spcPts val="0"/>
              </a:spcAft>
              <a:buClr>
                <a:schemeClr val="dk1"/>
              </a:buClr>
              <a:buSzPts val="1000"/>
              <a:buChar char="■"/>
              <a:defRPr sz="1000">
                <a:solidFill>
                  <a:schemeClr val="dk1"/>
                </a:solidFill>
              </a:defRPr>
            </a:lvl3pPr>
            <a:lvl4pPr indent="-292100" lvl="3" marL="1828800" algn="l">
              <a:lnSpc>
                <a:spcPct val="100000"/>
              </a:lnSpc>
              <a:spcBef>
                <a:spcPts val="0"/>
              </a:spcBef>
              <a:spcAft>
                <a:spcPts val="0"/>
              </a:spcAft>
              <a:buClr>
                <a:schemeClr val="dk1"/>
              </a:buClr>
              <a:buSzPts val="1000"/>
              <a:buChar char="●"/>
              <a:defRPr sz="1000">
                <a:solidFill>
                  <a:schemeClr val="dk1"/>
                </a:solidFill>
              </a:defRPr>
            </a:lvl4pPr>
            <a:lvl5pPr indent="-292100" lvl="4" marL="2286000" algn="l">
              <a:lnSpc>
                <a:spcPct val="100000"/>
              </a:lnSpc>
              <a:spcBef>
                <a:spcPts val="0"/>
              </a:spcBef>
              <a:spcAft>
                <a:spcPts val="0"/>
              </a:spcAft>
              <a:buClr>
                <a:schemeClr val="dk1"/>
              </a:buClr>
              <a:buSzPts val="1000"/>
              <a:buChar char="○"/>
              <a:defRPr sz="1000">
                <a:solidFill>
                  <a:schemeClr val="dk1"/>
                </a:solidFill>
              </a:defRPr>
            </a:lvl5pPr>
            <a:lvl6pPr indent="-292100" lvl="5" marL="2743200" algn="l">
              <a:lnSpc>
                <a:spcPct val="100000"/>
              </a:lnSpc>
              <a:spcBef>
                <a:spcPts val="0"/>
              </a:spcBef>
              <a:spcAft>
                <a:spcPts val="0"/>
              </a:spcAft>
              <a:buClr>
                <a:schemeClr val="dk1"/>
              </a:buClr>
              <a:buSzPts val="1000"/>
              <a:buChar char="■"/>
              <a:defRPr sz="1000">
                <a:solidFill>
                  <a:schemeClr val="dk1"/>
                </a:solidFill>
              </a:defRPr>
            </a:lvl6pPr>
            <a:lvl7pPr indent="-292100" lvl="6" marL="3200400" algn="l">
              <a:lnSpc>
                <a:spcPct val="100000"/>
              </a:lnSpc>
              <a:spcBef>
                <a:spcPts val="0"/>
              </a:spcBef>
              <a:spcAft>
                <a:spcPts val="0"/>
              </a:spcAft>
              <a:buClr>
                <a:schemeClr val="dk1"/>
              </a:buClr>
              <a:buSzPts val="1000"/>
              <a:buChar char="●"/>
              <a:defRPr sz="1000">
                <a:solidFill>
                  <a:schemeClr val="dk1"/>
                </a:solidFill>
              </a:defRPr>
            </a:lvl7pPr>
            <a:lvl8pPr indent="-292100" lvl="7" marL="3657600" algn="l">
              <a:lnSpc>
                <a:spcPct val="100000"/>
              </a:lnSpc>
              <a:spcBef>
                <a:spcPts val="0"/>
              </a:spcBef>
              <a:spcAft>
                <a:spcPts val="0"/>
              </a:spcAft>
              <a:buClr>
                <a:schemeClr val="dk1"/>
              </a:buClr>
              <a:buSzPts val="1000"/>
              <a:buChar char="○"/>
              <a:defRPr sz="1000">
                <a:solidFill>
                  <a:schemeClr val="dk1"/>
                </a:solidFill>
              </a:defRPr>
            </a:lvl8pPr>
            <a:lvl9pPr indent="-292100" lvl="8" marL="4114800" algn="l">
              <a:lnSpc>
                <a:spcPct val="100000"/>
              </a:lnSpc>
              <a:spcBef>
                <a:spcPts val="0"/>
              </a:spcBef>
              <a:spcAft>
                <a:spcPts val="0"/>
              </a:spcAft>
              <a:buClr>
                <a:schemeClr val="dk1"/>
              </a:buClr>
              <a:buSzPts val="1000"/>
              <a:buChar char="■"/>
              <a:defRPr sz="1000">
                <a:solidFill>
                  <a:schemeClr val="dk1"/>
                </a:solidFill>
              </a:defRPr>
            </a:lvl9pPr>
          </a:lstStyle>
          <a:p/>
        </p:txBody>
      </p:sp>
      <p:sp>
        <p:nvSpPr>
          <p:cNvPr id="105" name="Google Shape;105;p15"/>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06" name="Google Shape;106;p15"/>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07" name="Google Shape;107;p15"/>
          <p:cNvSpPr txBox="1"/>
          <p:nvPr>
            <p:ph idx="5" type="body"/>
          </p:nvPr>
        </p:nvSpPr>
        <p:spPr>
          <a:xfrm>
            <a:off x="3185700" y="2599225"/>
            <a:ext cx="2770500" cy="2084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108" name="Shape 108"/>
        <p:cNvGrpSpPr/>
        <p:nvPr/>
      </p:nvGrpSpPr>
      <p:grpSpPr>
        <a:xfrm>
          <a:off x="0" y="0"/>
          <a:ext cx="0" cy="0"/>
          <a:chOff x="0" y="0"/>
          <a:chExt cx="0" cy="0"/>
        </a:xfrm>
      </p:grpSpPr>
      <p:sp>
        <p:nvSpPr>
          <p:cNvPr id="109" name="Google Shape;109;p16"/>
          <p:cNvSpPr txBox="1"/>
          <p:nvPr>
            <p:ph type="title"/>
          </p:nvPr>
        </p:nvSpPr>
        <p:spPr>
          <a:xfrm>
            <a:off x="4782150" y="285900"/>
            <a:ext cx="40749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10" name="Google Shape;110;p16"/>
          <p:cNvSpPr txBox="1"/>
          <p:nvPr>
            <p:ph idx="1" type="body"/>
          </p:nvPr>
        </p:nvSpPr>
        <p:spPr>
          <a:xfrm>
            <a:off x="6086325" y="2636275"/>
            <a:ext cx="2770800" cy="20472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Char char="●"/>
              <a:defRPr sz="1000">
                <a:solidFill>
                  <a:schemeClr val="dk1"/>
                </a:solidFill>
              </a:defRPr>
            </a:lvl1pPr>
            <a:lvl2pPr indent="-292100" lvl="1" marL="914400" algn="l">
              <a:lnSpc>
                <a:spcPct val="100000"/>
              </a:lnSpc>
              <a:spcBef>
                <a:spcPts val="0"/>
              </a:spcBef>
              <a:spcAft>
                <a:spcPts val="0"/>
              </a:spcAft>
              <a:buClr>
                <a:schemeClr val="dk1"/>
              </a:buClr>
              <a:buSzPts val="1000"/>
              <a:buChar char="○"/>
              <a:defRPr sz="1000">
                <a:solidFill>
                  <a:schemeClr val="dk1"/>
                </a:solidFill>
              </a:defRPr>
            </a:lvl2pPr>
            <a:lvl3pPr indent="-292100" lvl="2" marL="1371600" algn="l">
              <a:lnSpc>
                <a:spcPct val="100000"/>
              </a:lnSpc>
              <a:spcBef>
                <a:spcPts val="0"/>
              </a:spcBef>
              <a:spcAft>
                <a:spcPts val="0"/>
              </a:spcAft>
              <a:buClr>
                <a:schemeClr val="dk1"/>
              </a:buClr>
              <a:buSzPts val="1000"/>
              <a:buChar char="■"/>
              <a:defRPr sz="1000">
                <a:solidFill>
                  <a:schemeClr val="dk1"/>
                </a:solidFill>
              </a:defRPr>
            </a:lvl3pPr>
            <a:lvl4pPr indent="-292100" lvl="3" marL="1828800" algn="l">
              <a:lnSpc>
                <a:spcPct val="100000"/>
              </a:lnSpc>
              <a:spcBef>
                <a:spcPts val="0"/>
              </a:spcBef>
              <a:spcAft>
                <a:spcPts val="0"/>
              </a:spcAft>
              <a:buClr>
                <a:schemeClr val="dk1"/>
              </a:buClr>
              <a:buSzPts val="1000"/>
              <a:buChar char="●"/>
              <a:defRPr sz="1000">
                <a:solidFill>
                  <a:schemeClr val="dk1"/>
                </a:solidFill>
              </a:defRPr>
            </a:lvl4pPr>
            <a:lvl5pPr indent="-292100" lvl="4" marL="2286000" algn="l">
              <a:lnSpc>
                <a:spcPct val="100000"/>
              </a:lnSpc>
              <a:spcBef>
                <a:spcPts val="0"/>
              </a:spcBef>
              <a:spcAft>
                <a:spcPts val="0"/>
              </a:spcAft>
              <a:buClr>
                <a:schemeClr val="dk1"/>
              </a:buClr>
              <a:buSzPts val="1000"/>
              <a:buChar char="○"/>
              <a:defRPr sz="1000">
                <a:solidFill>
                  <a:schemeClr val="dk1"/>
                </a:solidFill>
              </a:defRPr>
            </a:lvl5pPr>
            <a:lvl6pPr indent="-292100" lvl="5" marL="2743200" algn="l">
              <a:lnSpc>
                <a:spcPct val="100000"/>
              </a:lnSpc>
              <a:spcBef>
                <a:spcPts val="0"/>
              </a:spcBef>
              <a:spcAft>
                <a:spcPts val="0"/>
              </a:spcAft>
              <a:buClr>
                <a:schemeClr val="dk1"/>
              </a:buClr>
              <a:buSzPts val="1000"/>
              <a:buChar char="■"/>
              <a:defRPr sz="1000">
                <a:solidFill>
                  <a:schemeClr val="dk1"/>
                </a:solidFill>
              </a:defRPr>
            </a:lvl6pPr>
            <a:lvl7pPr indent="-292100" lvl="6" marL="3200400" algn="l">
              <a:lnSpc>
                <a:spcPct val="100000"/>
              </a:lnSpc>
              <a:spcBef>
                <a:spcPts val="0"/>
              </a:spcBef>
              <a:spcAft>
                <a:spcPts val="0"/>
              </a:spcAft>
              <a:buClr>
                <a:schemeClr val="dk1"/>
              </a:buClr>
              <a:buSzPts val="1000"/>
              <a:buChar char="●"/>
              <a:defRPr sz="1000">
                <a:solidFill>
                  <a:schemeClr val="dk1"/>
                </a:solidFill>
              </a:defRPr>
            </a:lvl7pPr>
            <a:lvl8pPr indent="-292100" lvl="7" marL="3657600" algn="l">
              <a:lnSpc>
                <a:spcPct val="100000"/>
              </a:lnSpc>
              <a:spcBef>
                <a:spcPts val="0"/>
              </a:spcBef>
              <a:spcAft>
                <a:spcPts val="0"/>
              </a:spcAft>
              <a:buClr>
                <a:schemeClr val="dk1"/>
              </a:buClr>
              <a:buSzPts val="1000"/>
              <a:buChar char="○"/>
              <a:defRPr sz="1000">
                <a:solidFill>
                  <a:schemeClr val="dk1"/>
                </a:solidFill>
              </a:defRPr>
            </a:lvl8pPr>
            <a:lvl9pPr indent="-292100" lvl="8" marL="4114800" algn="l">
              <a:lnSpc>
                <a:spcPct val="100000"/>
              </a:lnSpc>
              <a:spcBef>
                <a:spcPts val="0"/>
              </a:spcBef>
              <a:spcAft>
                <a:spcPts val="0"/>
              </a:spcAft>
              <a:buClr>
                <a:schemeClr val="dk1"/>
              </a:buClr>
              <a:buSzPts val="1000"/>
              <a:buChar char="■"/>
              <a:defRPr sz="1000">
                <a:solidFill>
                  <a:schemeClr val="dk1"/>
                </a:solidFill>
              </a:defRPr>
            </a:lvl9pPr>
          </a:lstStyle>
          <a:p/>
        </p:txBody>
      </p:sp>
      <p:sp>
        <p:nvSpPr>
          <p:cNvPr id="111" name="Google Shape;111;p16"/>
          <p:cNvSpPr txBox="1"/>
          <p:nvPr>
            <p:ph idx="2" type="body"/>
          </p:nvPr>
        </p:nvSpPr>
        <p:spPr>
          <a:xfrm>
            <a:off x="4782375" y="2636275"/>
            <a:ext cx="1175700" cy="2047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12" name="Google Shape;112;p16"/>
          <p:cNvSpPr/>
          <p:nvPr>
            <p:ph idx="3" type="pic"/>
          </p:nvPr>
        </p:nvSpPr>
        <p:spPr>
          <a:xfrm>
            <a:off x="283850" y="0"/>
            <a:ext cx="4227000" cy="4683600"/>
          </a:xfrm>
          <a:prstGeom prst="roundRect">
            <a:avLst>
              <a:gd fmla="val 0" name="adj"/>
            </a:avLst>
          </a:prstGeom>
          <a:noFill/>
          <a:ln>
            <a:noFill/>
          </a:ln>
        </p:spPr>
      </p:sp>
      <p:sp>
        <p:nvSpPr>
          <p:cNvPr id="113" name="Google Shape;113;p16"/>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4" name="Google Shape;114;p16"/>
          <p:cNvSpPr txBox="1"/>
          <p:nvPr>
            <p:ph idx="4"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15" name="Google Shape;115;p16"/>
          <p:cNvSpPr txBox="1"/>
          <p:nvPr>
            <p:ph idx="5"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16" name="Shape 116"/>
        <p:cNvGrpSpPr/>
        <p:nvPr/>
      </p:nvGrpSpPr>
      <p:grpSpPr>
        <a:xfrm>
          <a:off x="0" y="0"/>
          <a:ext cx="0" cy="0"/>
          <a:chOff x="0" y="0"/>
          <a:chExt cx="0" cy="0"/>
        </a:xfrm>
      </p:grpSpPr>
      <p:sp>
        <p:nvSpPr>
          <p:cNvPr id="117" name="Google Shape;117;p17"/>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17"/>
          <p:cNvSpPr txBox="1"/>
          <p:nvPr>
            <p:ph type="title"/>
          </p:nvPr>
        </p:nvSpPr>
        <p:spPr>
          <a:xfrm>
            <a:off x="283850" y="285900"/>
            <a:ext cx="4227300" cy="7515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1800"/>
              <a:buNone/>
              <a:defRPr sz="18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19" name="Google Shape;119;p17"/>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20" name="Google Shape;120;p17"/>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21" name="Google Shape;121;p17"/>
          <p:cNvSpPr txBox="1"/>
          <p:nvPr>
            <p:ph idx="1" type="body"/>
          </p:nvPr>
        </p:nvSpPr>
        <p:spPr>
          <a:xfrm>
            <a:off x="4632000" y="285900"/>
            <a:ext cx="4227300" cy="11547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Clr>
                <a:schemeClr val="dk1"/>
              </a:buClr>
              <a:buSzPts val="1200"/>
              <a:buFont typeface="Inter"/>
              <a:buChar char="●"/>
              <a:defRPr>
                <a:solidFill>
                  <a:schemeClr val="dk1"/>
                </a:solidFill>
              </a:defRPr>
            </a:lvl1pPr>
            <a:lvl2pPr indent="-304800" lvl="1" marL="914400" algn="l">
              <a:lnSpc>
                <a:spcPct val="115000"/>
              </a:lnSpc>
              <a:spcBef>
                <a:spcPts val="0"/>
              </a:spcBef>
              <a:spcAft>
                <a:spcPts val="0"/>
              </a:spcAft>
              <a:buClr>
                <a:schemeClr val="dk1"/>
              </a:buClr>
              <a:buSzPts val="1200"/>
              <a:buFont typeface="Inter"/>
              <a:buChar char="○"/>
              <a:defRPr>
                <a:solidFill>
                  <a:schemeClr val="dk1"/>
                </a:solidFill>
              </a:defRPr>
            </a:lvl2pPr>
            <a:lvl3pPr indent="-304800" lvl="2" marL="1371600" algn="l">
              <a:lnSpc>
                <a:spcPct val="115000"/>
              </a:lnSpc>
              <a:spcBef>
                <a:spcPts val="0"/>
              </a:spcBef>
              <a:spcAft>
                <a:spcPts val="0"/>
              </a:spcAft>
              <a:buClr>
                <a:schemeClr val="dk1"/>
              </a:buClr>
              <a:buSzPts val="1200"/>
              <a:buFont typeface="Inter"/>
              <a:buChar char="■"/>
              <a:defRPr>
                <a:solidFill>
                  <a:schemeClr val="dk1"/>
                </a:solidFill>
              </a:defRPr>
            </a:lvl3pPr>
            <a:lvl4pPr indent="-304800" lvl="3" marL="1828800" algn="l">
              <a:lnSpc>
                <a:spcPct val="115000"/>
              </a:lnSpc>
              <a:spcBef>
                <a:spcPts val="0"/>
              </a:spcBef>
              <a:spcAft>
                <a:spcPts val="0"/>
              </a:spcAft>
              <a:buClr>
                <a:schemeClr val="dk1"/>
              </a:buClr>
              <a:buSzPts val="1200"/>
              <a:buFont typeface="Inter"/>
              <a:buChar char="●"/>
              <a:defRPr>
                <a:solidFill>
                  <a:schemeClr val="dk1"/>
                </a:solidFill>
              </a:defRPr>
            </a:lvl4pPr>
            <a:lvl5pPr indent="-304800" lvl="4" marL="2286000" algn="l">
              <a:lnSpc>
                <a:spcPct val="115000"/>
              </a:lnSpc>
              <a:spcBef>
                <a:spcPts val="0"/>
              </a:spcBef>
              <a:spcAft>
                <a:spcPts val="0"/>
              </a:spcAft>
              <a:buClr>
                <a:schemeClr val="dk1"/>
              </a:buClr>
              <a:buSzPts val="1200"/>
              <a:buFont typeface="Inter"/>
              <a:buChar char="○"/>
              <a:defRPr>
                <a:solidFill>
                  <a:schemeClr val="dk1"/>
                </a:solidFill>
              </a:defRPr>
            </a:lvl5pPr>
            <a:lvl6pPr indent="-304800" lvl="5" marL="2743200" algn="l">
              <a:lnSpc>
                <a:spcPct val="115000"/>
              </a:lnSpc>
              <a:spcBef>
                <a:spcPts val="0"/>
              </a:spcBef>
              <a:spcAft>
                <a:spcPts val="0"/>
              </a:spcAft>
              <a:buClr>
                <a:schemeClr val="dk1"/>
              </a:buClr>
              <a:buSzPts val="1200"/>
              <a:buFont typeface="Inter"/>
              <a:buChar char="■"/>
              <a:defRPr>
                <a:solidFill>
                  <a:schemeClr val="dk1"/>
                </a:solidFill>
              </a:defRPr>
            </a:lvl6pPr>
            <a:lvl7pPr indent="-304800" lvl="6" marL="3200400" algn="l">
              <a:lnSpc>
                <a:spcPct val="115000"/>
              </a:lnSpc>
              <a:spcBef>
                <a:spcPts val="0"/>
              </a:spcBef>
              <a:spcAft>
                <a:spcPts val="0"/>
              </a:spcAft>
              <a:buClr>
                <a:schemeClr val="dk1"/>
              </a:buClr>
              <a:buSzPts val="1200"/>
              <a:buFont typeface="Inter"/>
              <a:buChar char="●"/>
              <a:defRPr>
                <a:solidFill>
                  <a:schemeClr val="dk1"/>
                </a:solidFill>
              </a:defRPr>
            </a:lvl7pPr>
            <a:lvl8pPr indent="-304800" lvl="7" marL="3657600" algn="l">
              <a:lnSpc>
                <a:spcPct val="115000"/>
              </a:lnSpc>
              <a:spcBef>
                <a:spcPts val="0"/>
              </a:spcBef>
              <a:spcAft>
                <a:spcPts val="0"/>
              </a:spcAft>
              <a:buClr>
                <a:schemeClr val="dk1"/>
              </a:buClr>
              <a:buSzPts val="1200"/>
              <a:buFont typeface="Inter"/>
              <a:buChar char="○"/>
              <a:defRPr>
                <a:solidFill>
                  <a:schemeClr val="dk1"/>
                </a:solidFill>
              </a:defRPr>
            </a:lvl8pPr>
            <a:lvl9pPr indent="-304800" lvl="8" marL="4114800" algn="l">
              <a:lnSpc>
                <a:spcPct val="115000"/>
              </a:lnSpc>
              <a:spcBef>
                <a:spcPts val="0"/>
              </a:spcBef>
              <a:spcAft>
                <a:spcPts val="0"/>
              </a:spcAft>
              <a:buClr>
                <a:schemeClr val="dk1"/>
              </a:buClr>
              <a:buSzPts val="1200"/>
              <a:buFont typeface="Inter"/>
              <a:buChar char="■"/>
              <a:defRPr>
                <a:solidFill>
                  <a:schemeClr val="dk1"/>
                </a:solidFill>
              </a:defRPr>
            </a:lvl9pPr>
          </a:lstStyle>
          <a:p/>
        </p:txBody>
      </p:sp>
      <p:sp>
        <p:nvSpPr>
          <p:cNvPr id="122" name="Google Shape;122;p17"/>
          <p:cNvSpPr txBox="1"/>
          <p:nvPr>
            <p:ph idx="4" type="subTitle"/>
          </p:nvPr>
        </p:nvSpPr>
        <p:spPr>
          <a:xfrm>
            <a:off x="288625" y="1922875"/>
            <a:ext cx="2050800" cy="537600"/>
          </a:xfrm>
          <a:prstGeom prst="rect">
            <a:avLst/>
          </a:prstGeom>
          <a:noFill/>
          <a:ln>
            <a:noFill/>
          </a:ln>
        </p:spPr>
        <p:txBody>
          <a:bodyPr anchorCtr="0" anchor="b" bIns="0" lIns="0" spcFirstLastPara="1" rIns="0" wrap="square" tIns="0">
            <a:noAutofit/>
          </a:bodyPr>
          <a:lstStyle>
            <a:lvl1pPr lvl="0" algn="l">
              <a:lnSpc>
                <a:spcPct val="70000"/>
              </a:lnSpc>
              <a:spcBef>
                <a:spcPts val="0"/>
              </a:spcBef>
              <a:spcAft>
                <a:spcPts val="0"/>
              </a:spcAft>
              <a:buSzPts val="1200"/>
              <a:buNone/>
              <a:defRPr sz="3600">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23" name="Google Shape;123;p17"/>
          <p:cNvSpPr txBox="1"/>
          <p:nvPr>
            <p:ph idx="5" type="body"/>
          </p:nvPr>
        </p:nvSpPr>
        <p:spPr>
          <a:xfrm>
            <a:off x="288625" y="2891825"/>
            <a:ext cx="2050800" cy="15072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dk1"/>
              </a:buClr>
              <a:buSzPts val="1000"/>
              <a:buChar char="●"/>
              <a:defRPr sz="1000">
                <a:solidFill>
                  <a:schemeClr val="dk1"/>
                </a:solidFill>
              </a:defRPr>
            </a:lvl1pPr>
            <a:lvl2pPr indent="-292100" lvl="1" marL="914400" algn="l">
              <a:lnSpc>
                <a:spcPct val="115000"/>
              </a:lnSpc>
              <a:spcBef>
                <a:spcPts val="0"/>
              </a:spcBef>
              <a:spcAft>
                <a:spcPts val="0"/>
              </a:spcAft>
              <a:buClr>
                <a:schemeClr val="dk1"/>
              </a:buClr>
              <a:buSzPts val="1000"/>
              <a:buChar char="○"/>
              <a:defRPr sz="1000">
                <a:solidFill>
                  <a:schemeClr val="dk1"/>
                </a:solidFill>
              </a:defRPr>
            </a:lvl2pPr>
            <a:lvl3pPr indent="-292100" lvl="2" marL="1371600" algn="l">
              <a:lnSpc>
                <a:spcPct val="115000"/>
              </a:lnSpc>
              <a:spcBef>
                <a:spcPts val="0"/>
              </a:spcBef>
              <a:spcAft>
                <a:spcPts val="0"/>
              </a:spcAft>
              <a:buClr>
                <a:schemeClr val="dk1"/>
              </a:buClr>
              <a:buSzPts val="1000"/>
              <a:buChar char="■"/>
              <a:defRPr sz="1000">
                <a:solidFill>
                  <a:schemeClr val="dk1"/>
                </a:solidFill>
              </a:defRPr>
            </a:lvl3pPr>
            <a:lvl4pPr indent="-292100" lvl="3" marL="1828800" algn="l">
              <a:lnSpc>
                <a:spcPct val="115000"/>
              </a:lnSpc>
              <a:spcBef>
                <a:spcPts val="0"/>
              </a:spcBef>
              <a:spcAft>
                <a:spcPts val="0"/>
              </a:spcAft>
              <a:buClr>
                <a:schemeClr val="dk1"/>
              </a:buClr>
              <a:buSzPts val="1000"/>
              <a:buChar char="●"/>
              <a:defRPr sz="1000">
                <a:solidFill>
                  <a:schemeClr val="dk1"/>
                </a:solidFill>
              </a:defRPr>
            </a:lvl4pPr>
            <a:lvl5pPr indent="-292100" lvl="4" marL="2286000" algn="l">
              <a:lnSpc>
                <a:spcPct val="115000"/>
              </a:lnSpc>
              <a:spcBef>
                <a:spcPts val="0"/>
              </a:spcBef>
              <a:spcAft>
                <a:spcPts val="0"/>
              </a:spcAft>
              <a:buClr>
                <a:schemeClr val="dk1"/>
              </a:buClr>
              <a:buSzPts val="1000"/>
              <a:buChar char="○"/>
              <a:defRPr sz="1000">
                <a:solidFill>
                  <a:schemeClr val="dk1"/>
                </a:solidFill>
              </a:defRPr>
            </a:lvl5pPr>
            <a:lvl6pPr indent="-292100" lvl="5" marL="2743200" algn="l">
              <a:lnSpc>
                <a:spcPct val="115000"/>
              </a:lnSpc>
              <a:spcBef>
                <a:spcPts val="0"/>
              </a:spcBef>
              <a:spcAft>
                <a:spcPts val="0"/>
              </a:spcAft>
              <a:buClr>
                <a:schemeClr val="dk1"/>
              </a:buClr>
              <a:buSzPts val="1000"/>
              <a:buChar char="■"/>
              <a:defRPr sz="1000">
                <a:solidFill>
                  <a:schemeClr val="dk1"/>
                </a:solidFill>
              </a:defRPr>
            </a:lvl6pPr>
            <a:lvl7pPr indent="-292100" lvl="6" marL="3200400" algn="l">
              <a:lnSpc>
                <a:spcPct val="115000"/>
              </a:lnSpc>
              <a:spcBef>
                <a:spcPts val="0"/>
              </a:spcBef>
              <a:spcAft>
                <a:spcPts val="0"/>
              </a:spcAft>
              <a:buClr>
                <a:schemeClr val="dk1"/>
              </a:buClr>
              <a:buSzPts val="1000"/>
              <a:buChar char="●"/>
              <a:defRPr sz="1000">
                <a:solidFill>
                  <a:schemeClr val="dk1"/>
                </a:solidFill>
              </a:defRPr>
            </a:lvl7pPr>
            <a:lvl8pPr indent="-292100" lvl="7" marL="3657600" algn="l">
              <a:lnSpc>
                <a:spcPct val="115000"/>
              </a:lnSpc>
              <a:spcBef>
                <a:spcPts val="0"/>
              </a:spcBef>
              <a:spcAft>
                <a:spcPts val="0"/>
              </a:spcAft>
              <a:buClr>
                <a:schemeClr val="dk1"/>
              </a:buClr>
              <a:buSzPts val="1000"/>
              <a:buChar char="○"/>
              <a:defRPr sz="1000">
                <a:solidFill>
                  <a:schemeClr val="dk1"/>
                </a:solidFill>
              </a:defRPr>
            </a:lvl8pPr>
            <a:lvl9pPr indent="-292100" lvl="8" marL="4114800" algn="l">
              <a:lnSpc>
                <a:spcPct val="115000"/>
              </a:lnSpc>
              <a:spcBef>
                <a:spcPts val="0"/>
              </a:spcBef>
              <a:spcAft>
                <a:spcPts val="0"/>
              </a:spcAft>
              <a:buClr>
                <a:schemeClr val="dk1"/>
              </a:buClr>
              <a:buSzPts val="1000"/>
              <a:buChar char="■"/>
              <a:defRPr sz="1000">
                <a:solidFill>
                  <a:schemeClr val="dk1"/>
                </a:solidFill>
              </a:defRPr>
            </a:lvl9pPr>
          </a:lstStyle>
          <a:p/>
        </p:txBody>
      </p:sp>
      <p:sp>
        <p:nvSpPr>
          <p:cNvPr id="124" name="Google Shape;124;p17"/>
          <p:cNvSpPr txBox="1"/>
          <p:nvPr>
            <p:ph idx="6" type="subTitle"/>
          </p:nvPr>
        </p:nvSpPr>
        <p:spPr>
          <a:xfrm>
            <a:off x="2456700" y="1922875"/>
            <a:ext cx="2050800" cy="537600"/>
          </a:xfrm>
          <a:prstGeom prst="rect">
            <a:avLst/>
          </a:prstGeom>
          <a:noFill/>
          <a:ln>
            <a:noFill/>
          </a:ln>
        </p:spPr>
        <p:txBody>
          <a:bodyPr anchorCtr="0" anchor="b" bIns="0" lIns="0" spcFirstLastPara="1" rIns="0" wrap="square" tIns="0">
            <a:noAutofit/>
          </a:bodyPr>
          <a:lstStyle>
            <a:lvl1pPr lvl="0" algn="l">
              <a:lnSpc>
                <a:spcPct val="70000"/>
              </a:lnSpc>
              <a:spcBef>
                <a:spcPts val="0"/>
              </a:spcBef>
              <a:spcAft>
                <a:spcPts val="0"/>
              </a:spcAft>
              <a:buSzPts val="1200"/>
              <a:buNone/>
              <a:defRPr sz="3600">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25" name="Google Shape;125;p17"/>
          <p:cNvSpPr txBox="1"/>
          <p:nvPr>
            <p:ph idx="7" type="body"/>
          </p:nvPr>
        </p:nvSpPr>
        <p:spPr>
          <a:xfrm>
            <a:off x="2456700" y="2891825"/>
            <a:ext cx="2050800" cy="1507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26" name="Google Shape;126;p17"/>
          <p:cNvSpPr txBox="1"/>
          <p:nvPr>
            <p:ph idx="8" type="subTitle"/>
          </p:nvPr>
        </p:nvSpPr>
        <p:spPr>
          <a:xfrm>
            <a:off x="4629375" y="1922875"/>
            <a:ext cx="2050800" cy="537600"/>
          </a:xfrm>
          <a:prstGeom prst="rect">
            <a:avLst/>
          </a:prstGeom>
          <a:noFill/>
          <a:ln>
            <a:noFill/>
          </a:ln>
        </p:spPr>
        <p:txBody>
          <a:bodyPr anchorCtr="0" anchor="b" bIns="0" lIns="0" spcFirstLastPara="1" rIns="0" wrap="square" tIns="0">
            <a:noAutofit/>
          </a:bodyPr>
          <a:lstStyle>
            <a:lvl1pPr lvl="0" algn="l">
              <a:lnSpc>
                <a:spcPct val="70000"/>
              </a:lnSpc>
              <a:spcBef>
                <a:spcPts val="0"/>
              </a:spcBef>
              <a:spcAft>
                <a:spcPts val="0"/>
              </a:spcAft>
              <a:buSzPts val="1200"/>
              <a:buNone/>
              <a:defRPr sz="3600">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27" name="Google Shape;127;p17"/>
          <p:cNvSpPr txBox="1"/>
          <p:nvPr>
            <p:ph idx="9" type="body"/>
          </p:nvPr>
        </p:nvSpPr>
        <p:spPr>
          <a:xfrm>
            <a:off x="4629375" y="2891825"/>
            <a:ext cx="2050800" cy="1507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28" name="Google Shape;128;p17"/>
          <p:cNvSpPr txBox="1"/>
          <p:nvPr>
            <p:ph idx="13" type="subTitle"/>
          </p:nvPr>
        </p:nvSpPr>
        <p:spPr>
          <a:xfrm>
            <a:off x="6802050" y="1922875"/>
            <a:ext cx="2050800" cy="537600"/>
          </a:xfrm>
          <a:prstGeom prst="rect">
            <a:avLst/>
          </a:prstGeom>
          <a:noFill/>
          <a:ln>
            <a:noFill/>
          </a:ln>
        </p:spPr>
        <p:txBody>
          <a:bodyPr anchorCtr="0" anchor="b" bIns="0" lIns="0" spcFirstLastPara="1" rIns="0" wrap="square" tIns="0">
            <a:noAutofit/>
          </a:bodyPr>
          <a:lstStyle>
            <a:lvl1pPr lvl="0" algn="l">
              <a:lnSpc>
                <a:spcPct val="70000"/>
              </a:lnSpc>
              <a:spcBef>
                <a:spcPts val="0"/>
              </a:spcBef>
              <a:spcAft>
                <a:spcPts val="0"/>
              </a:spcAft>
              <a:buSzPts val="1200"/>
              <a:buNone/>
              <a:defRPr sz="3600">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29" name="Google Shape;129;p17"/>
          <p:cNvSpPr txBox="1"/>
          <p:nvPr>
            <p:ph idx="14" type="body"/>
          </p:nvPr>
        </p:nvSpPr>
        <p:spPr>
          <a:xfrm>
            <a:off x="6802050" y="2891825"/>
            <a:ext cx="2050800" cy="1507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30" name="Shape 130"/>
        <p:cNvGrpSpPr/>
        <p:nvPr/>
      </p:nvGrpSpPr>
      <p:grpSpPr>
        <a:xfrm>
          <a:off x="0" y="0"/>
          <a:ext cx="0" cy="0"/>
          <a:chOff x="0" y="0"/>
          <a:chExt cx="0" cy="0"/>
        </a:xfrm>
      </p:grpSpPr>
      <p:sp>
        <p:nvSpPr>
          <p:cNvPr id="131" name="Google Shape;131;p18"/>
          <p:cNvSpPr txBox="1"/>
          <p:nvPr>
            <p:ph idx="1" type="subTitle"/>
          </p:nvPr>
        </p:nvSpPr>
        <p:spPr>
          <a:xfrm>
            <a:off x="288625" y="2636275"/>
            <a:ext cx="1005000" cy="972000"/>
          </a:xfrm>
          <a:prstGeom prst="rect">
            <a:avLst/>
          </a:prstGeom>
          <a:noFill/>
          <a:ln>
            <a:noFill/>
          </a:ln>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2" name="Google Shape;132;p18"/>
          <p:cNvSpPr txBox="1"/>
          <p:nvPr>
            <p:ph idx="2" type="subTitle"/>
          </p:nvPr>
        </p:nvSpPr>
        <p:spPr>
          <a:xfrm>
            <a:off x="288625" y="3716975"/>
            <a:ext cx="1005000" cy="9720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3" name="Google Shape;133;p18"/>
          <p:cNvSpPr txBox="1"/>
          <p:nvPr>
            <p:ph idx="3" type="subTitle"/>
          </p:nvPr>
        </p:nvSpPr>
        <p:spPr>
          <a:xfrm>
            <a:off x="288625" y="1555575"/>
            <a:ext cx="1005000" cy="9720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4" name="Google Shape;134;p18"/>
          <p:cNvSpPr txBox="1"/>
          <p:nvPr>
            <p:ph idx="4" type="body"/>
          </p:nvPr>
        </p:nvSpPr>
        <p:spPr>
          <a:xfrm>
            <a:off x="6091950" y="2635425"/>
            <a:ext cx="2764800" cy="972000"/>
          </a:xfrm>
          <a:prstGeom prst="rect">
            <a:avLst/>
          </a:prstGeom>
          <a:noFill/>
          <a:ln>
            <a:noFill/>
          </a:ln>
        </p:spPr>
        <p:txBody>
          <a:bodyPr anchorCtr="0" anchor="ctr"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35" name="Google Shape;135;p18"/>
          <p:cNvSpPr txBox="1"/>
          <p:nvPr>
            <p:ph idx="5" type="body"/>
          </p:nvPr>
        </p:nvSpPr>
        <p:spPr>
          <a:xfrm>
            <a:off x="6091950" y="3706763"/>
            <a:ext cx="2764800" cy="972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36" name="Google Shape;136;p18"/>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18"/>
          <p:cNvSpPr txBox="1"/>
          <p:nvPr>
            <p:ph type="title"/>
          </p:nvPr>
        </p:nvSpPr>
        <p:spPr>
          <a:xfrm>
            <a:off x="283850" y="285900"/>
            <a:ext cx="56742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38" name="Google Shape;138;p18"/>
          <p:cNvSpPr txBox="1"/>
          <p:nvPr>
            <p:ph idx="6" type="body"/>
          </p:nvPr>
        </p:nvSpPr>
        <p:spPr>
          <a:xfrm>
            <a:off x="6091950" y="1553875"/>
            <a:ext cx="2764800" cy="972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39" name="Google Shape;139;p18"/>
          <p:cNvSpPr txBox="1"/>
          <p:nvPr>
            <p:ph idx="7"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40" name="Google Shape;140;p18"/>
          <p:cNvSpPr txBox="1"/>
          <p:nvPr>
            <p:ph idx="8"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41" name="Google Shape;141;p18"/>
          <p:cNvSpPr txBox="1"/>
          <p:nvPr>
            <p:ph idx="9" type="subTitle"/>
          </p:nvPr>
        </p:nvSpPr>
        <p:spPr>
          <a:xfrm>
            <a:off x="1648600" y="2636275"/>
            <a:ext cx="4095900" cy="972000"/>
          </a:xfrm>
          <a:prstGeom prst="rect">
            <a:avLst/>
          </a:prstGeom>
          <a:noFill/>
          <a:ln>
            <a:noFill/>
          </a:ln>
        </p:spPr>
        <p:txBody>
          <a:bodyPr anchorCtr="0" anchor="ctr" bIns="0" lIns="0" spcFirstLastPara="1" rIns="0" wrap="square" tIns="0">
            <a:normAutofit/>
          </a:bodyPr>
          <a:lstStyle>
            <a:lvl1pPr lvl="0" algn="l">
              <a:lnSpc>
                <a:spcPct val="115000"/>
              </a:lnSpc>
              <a:spcBef>
                <a:spcPts val="0"/>
              </a:spcBef>
              <a:spcAft>
                <a:spcPts val="0"/>
              </a:spcAft>
              <a:buClr>
                <a:schemeClr val="accent4"/>
              </a:buClr>
              <a:buSzPts val="3600"/>
              <a:buFont typeface="Inter"/>
              <a:buNone/>
              <a:defRPr sz="3600">
                <a:solidFill>
                  <a:schemeClr val="accent4"/>
                </a:solidFill>
              </a:defRPr>
            </a:lvl1pPr>
            <a:lvl2pPr lvl="1"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42" name="Google Shape;142;p18"/>
          <p:cNvSpPr txBox="1"/>
          <p:nvPr>
            <p:ph idx="13" type="subTitle"/>
          </p:nvPr>
        </p:nvSpPr>
        <p:spPr>
          <a:xfrm>
            <a:off x="1648600" y="1552438"/>
            <a:ext cx="4095900" cy="972000"/>
          </a:xfrm>
          <a:prstGeom prst="rect">
            <a:avLst/>
          </a:prstGeom>
          <a:noFill/>
          <a:ln>
            <a:noFill/>
          </a:ln>
        </p:spPr>
        <p:txBody>
          <a:bodyPr anchorCtr="0" anchor="ctr" bIns="0" lIns="0" spcFirstLastPara="1" rIns="0" wrap="square" tIns="0">
            <a:normAutofit/>
          </a:bodyPr>
          <a:lstStyle>
            <a:lvl1pPr lvl="0" algn="l">
              <a:lnSpc>
                <a:spcPct val="115000"/>
              </a:lnSpc>
              <a:spcBef>
                <a:spcPts val="0"/>
              </a:spcBef>
              <a:spcAft>
                <a:spcPts val="0"/>
              </a:spcAft>
              <a:buClr>
                <a:schemeClr val="accent1"/>
              </a:buClr>
              <a:buSzPts val="3600"/>
              <a:buFont typeface="Inter"/>
              <a:buNone/>
              <a:defRPr sz="3600">
                <a:solidFill>
                  <a:schemeClr val="accent1"/>
                </a:solidFill>
              </a:defRPr>
            </a:lvl1pPr>
            <a:lvl2pPr lvl="1"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43" name="Google Shape;143;p18"/>
          <p:cNvSpPr txBox="1"/>
          <p:nvPr>
            <p:ph idx="14" type="subTitle"/>
          </p:nvPr>
        </p:nvSpPr>
        <p:spPr>
          <a:xfrm>
            <a:off x="1648600" y="3707613"/>
            <a:ext cx="4095900" cy="972000"/>
          </a:xfrm>
          <a:prstGeom prst="rect">
            <a:avLst/>
          </a:prstGeom>
          <a:noFill/>
          <a:ln>
            <a:noFill/>
          </a:ln>
        </p:spPr>
        <p:txBody>
          <a:bodyPr anchorCtr="0" anchor="ctr" bIns="0" lIns="0" spcFirstLastPara="1" rIns="0" wrap="square" tIns="0">
            <a:normAutofit/>
          </a:bodyPr>
          <a:lstStyle>
            <a:lvl1pPr lvl="0" algn="l">
              <a:lnSpc>
                <a:spcPct val="115000"/>
              </a:lnSpc>
              <a:spcBef>
                <a:spcPts val="0"/>
              </a:spcBef>
              <a:spcAft>
                <a:spcPts val="0"/>
              </a:spcAft>
              <a:buClr>
                <a:schemeClr val="accent5"/>
              </a:buClr>
              <a:buSzPts val="3600"/>
              <a:buFont typeface="Inter"/>
              <a:buNone/>
              <a:defRPr sz="3600">
                <a:solidFill>
                  <a:schemeClr val="accent5"/>
                </a:solidFill>
              </a:defRPr>
            </a:lvl1pPr>
            <a:lvl2pPr lvl="1"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44" name="Shape 144"/>
        <p:cNvGrpSpPr/>
        <p:nvPr/>
      </p:nvGrpSpPr>
      <p:grpSpPr>
        <a:xfrm>
          <a:off x="0" y="0"/>
          <a:ext cx="0" cy="0"/>
          <a:chOff x="0" y="0"/>
          <a:chExt cx="0" cy="0"/>
        </a:xfrm>
      </p:grpSpPr>
      <p:sp>
        <p:nvSpPr>
          <p:cNvPr id="145" name="Google Shape;145;p19"/>
          <p:cNvSpPr txBox="1"/>
          <p:nvPr>
            <p:ph idx="1" type="subTitle"/>
          </p:nvPr>
        </p:nvSpPr>
        <p:spPr>
          <a:xfrm>
            <a:off x="3185700" y="3716975"/>
            <a:ext cx="1005000" cy="9720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46" name="Google Shape;146;p19"/>
          <p:cNvSpPr txBox="1"/>
          <p:nvPr>
            <p:ph idx="2" type="subTitle"/>
          </p:nvPr>
        </p:nvSpPr>
        <p:spPr>
          <a:xfrm>
            <a:off x="1736388" y="2636275"/>
            <a:ext cx="1005000" cy="9720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47" name="Google Shape;147;p19"/>
          <p:cNvSpPr txBox="1"/>
          <p:nvPr>
            <p:ph idx="3" type="subTitle"/>
          </p:nvPr>
        </p:nvSpPr>
        <p:spPr>
          <a:xfrm>
            <a:off x="288625" y="1555575"/>
            <a:ext cx="1005000" cy="9720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48" name="Google Shape;148;p19"/>
          <p:cNvSpPr txBox="1"/>
          <p:nvPr>
            <p:ph idx="4" type="body"/>
          </p:nvPr>
        </p:nvSpPr>
        <p:spPr>
          <a:xfrm>
            <a:off x="3187500" y="2635425"/>
            <a:ext cx="4227000" cy="972000"/>
          </a:xfrm>
          <a:prstGeom prst="rect">
            <a:avLst/>
          </a:prstGeom>
          <a:noFill/>
          <a:ln>
            <a:noFill/>
          </a:ln>
        </p:spPr>
        <p:txBody>
          <a:bodyPr anchorCtr="0" anchor="ctr" bIns="0" lIns="0" spcFirstLastPara="1" rIns="0" wrap="square" tIns="0">
            <a:noAutofit/>
          </a:bodyPr>
          <a:lstStyle>
            <a:lvl1pPr indent="-304800" lvl="0" marL="457200" algn="l">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gn="l">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gn="l">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gn="l">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gn="l">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gn="l">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gn="l">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gn="l">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gn="l">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49" name="Google Shape;149;p19"/>
          <p:cNvSpPr txBox="1"/>
          <p:nvPr>
            <p:ph idx="5" type="body"/>
          </p:nvPr>
        </p:nvSpPr>
        <p:spPr>
          <a:xfrm>
            <a:off x="4629750" y="3706771"/>
            <a:ext cx="4227000" cy="972000"/>
          </a:xfrm>
          <a:prstGeom prst="rect">
            <a:avLst/>
          </a:prstGeom>
          <a:noFill/>
          <a:ln>
            <a:noFill/>
          </a:ln>
        </p:spPr>
        <p:txBody>
          <a:bodyPr anchorCtr="0" anchor="ctr" bIns="0" lIns="0" spcFirstLastPara="1" rIns="0" wrap="square" tIns="0">
            <a:noAutofit/>
          </a:bodyPr>
          <a:lstStyle>
            <a:lvl1pPr indent="-304800" lvl="0" marL="457200" algn="l">
              <a:lnSpc>
                <a:spcPct val="115000"/>
              </a:lnSpc>
              <a:spcBef>
                <a:spcPts val="0"/>
              </a:spcBef>
              <a:spcAft>
                <a:spcPts val="0"/>
              </a:spcAft>
              <a:buClr>
                <a:schemeClr val="dk1"/>
              </a:buClr>
              <a:buSzPts val="1200"/>
              <a:buFont typeface="Inter"/>
              <a:buChar char="●"/>
              <a:defRPr>
                <a:solidFill>
                  <a:schemeClr val="dk1"/>
                </a:solidFill>
              </a:defRPr>
            </a:lvl1pPr>
            <a:lvl2pPr indent="-304800" lvl="1" marL="914400" algn="l">
              <a:lnSpc>
                <a:spcPct val="115000"/>
              </a:lnSpc>
              <a:spcBef>
                <a:spcPts val="0"/>
              </a:spcBef>
              <a:spcAft>
                <a:spcPts val="0"/>
              </a:spcAft>
              <a:buClr>
                <a:schemeClr val="dk1"/>
              </a:buClr>
              <a:buSzPts val="1200"/>
              <a:buFont typeface="Inter"/>
              <a:buChar char="○"/>
              <a:defRPr>
                <a:solidFill>
                  <a:schemeClr val="dk1"/>
                </a:solidFill>
              </a:defRPr>
            </a:lvl2pPr>
            <a:lvl3pPr indent="-304800" lvl="2" marL="1371600" algn="l">
              <a:lnSpc>
                <a:spcPct val="115000"/>
              </a:lnSpc>
              <a:spcBef>
                <a:spcPts val="0"/>
              </a:spcBef>
              <a:spcAft>
                <a:spcPts val="0"/>
              </a:spcAft>
              <a:buClr>
                <a:schemeClr val="dk1"/>
              </a:buClr>
              <a:buSzPts val="1200"/>
              <a:buFont typeface="Inter"/>
              <a:buChar char="■"/>
              <a:defRPr>
                <a:solidFill>
                  <a:schemeClr val="dk1"/>
                </a:solidFill>
              </a:defRPr>
            </a:lvl3pPr>
            <a:lvl4pPr indent="-304800" lvl="3" marL="1828800" algn="l">
              <a:lnSpc>
                <a:spcPct val="115000"/>
              </a:lnSpc>
              <a:spcBef>
                <a:spcPts val="0"/>
              </a:spcBef>
              <a:spcAft>
                <a:spcPts val="0"/>
              </a:spcAft>
              <a:buClr>
                <a:schemeClr val="dk1"/>
              </a:buClr>
              <a:buSzPts val="1200"/>
              <a:buFont typeface="Inter"/>
              <a:buChar char="●"/>
              <a:defRPr>
                <a:solidFill>
                  <a:schemeClr val="dk1"/>
                </a:solidFill>
              </a:defRPr>
            </a:lvl4pPr>
            <a:lvl5pPr indent="-304800" lvl="4" marL="2286000" algn="l">
              <a:lnSpc>
                <a:spcPct val="115000"/>
              </a:lnSpc>
              <a:spcBef>
                <a:spcPts val="0"/>
              </a:spcBef>
              <a:spcAft>
                <a:spcPts val="0"/>
              </a:spcAft>
              <a:buClr>
                <a:schemeClr val="dk1"/>
              </a:buClr>
              <a:buSzPts val="1200"/>
              <a:buFont typeface="Inter"/>
              <a:buChar char="○"/>
              <a:defRPr>
                <a:solidFill>
                  <a:schemeClr val="dk1"/>
                </a:solidFill>
              </a:defRPr>
            </a:lvl5pPr>
            <a:lvl6pPr indent="-304800" lvl="5" marL="2743200" algn="l">
              <a:lnSpc>
                <a:spcPct val="115000"/>
              </a:lnSpc>
              <a:spcBef>
                <a:spcPts val="0"/>
              </a:spcBef>
              <a:spcAft>
                <a:spcPts val="0"/>
              </a:spcAft>
              <a:buClr>
                <a:schemeClr val="dk1"/>
              </a:buClr>
              <a:buSzPts val="1200"/>
              <a:buFont typeface="Inter"/>
              <a:buChar char="■"/>
              <a:defRPr>
                <a:solidFill>
                  <a:schemeClr val="dk1"/>
                </a:solidFill>
              </a:defRPr>
            </a:lvl6pPr>
            <a:lvl7pPr indent="-304800" lvl="6" marL="3200400" algn="l">
              <a:lnSpc>
                <a:spcPct val="115000"/>
              </a:lnSpc>
              <a:spcBef>
                <a:spcPts val="0"/>
              </a:spcBef>
              <a:spcAft>
                <a:spcPts val="0"/>
              </a:spcAft>
              <a:buClr>
                <a:schemeClr val="dk1"/>
              </a:buClr>
              <a:buSzPts val="1200"/>
              <a:buFont typeface="Inter"/>
              <a:buChar char="●"/>
              <a:defRPr>
                <a:solidFill>
                  <a:schemeClr val="dk1"/>
                </a:solidFill>
              </a:defRPr>
            </a:lvl7pPr>
            <a:lvl8pPr indent="-304800" lvl="7" marL="3657600" algn="l">
              <a:lnSpc>
                <a:spcPct val="115000"/>
              </a:lnSpc>
              <a:spcBef>
                <a:spcPts val="0"/>
              </a:spcBef>
              <a:spcAft>
                <a:spcPts val="0"/>
              </a:spcAft>
              <a:buClr>
                <a:schemeClr val="dk1"/>
              </a:buClr>
              <a:buSzPts val="1200"/>
              <a:buFont typeface="Inter"/>
              <a:buChar char="○"/>
              <a:defRPr>
                <a:solidFill>
                  <a:schemeClr val="dk1"/>
                </a:solidFill>
              </a:defRPr>
            </a:lvl8pPr>
            <a:lvl9pPr indent="-304800" lvl="8" marL="4114800" algn="l">
              <a:lnSpc>
                <a:spcPct val="115000"/>
              </a:lnSpc>
              <a:spcBef>
                <a:spcPts val="0"/>
              </a:spcBef>
              <a:spcAft>
                <a:spcPts val="0"/>
              </a:spcAft>
              <a:buClr>
                <a:schemeClr val="dk1"/>
              </a:buClr>
              <a:buSzPts val="1200"/>
              <a:buFont typeface="Inter"/>
              <a:buChar char="■"/>
              <a:defRPr>
                <a:solidFill>
                  <a:schemeClr val="dk1"/>
                </a:solidFill>
              </a:defRPr>
            </a:lvl9pPr>
          </a:lstStyle>
          <a:p/>
        </p:txBody>
      </p:sp>
      <p:sp>
        <p:nvSpPr>
          <p:cNvPr id="150" name="Google Shape;150;p19"/>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1" name="Google Shape;151;p19"/>
          <p:cNvSpPr txBox="1"/>
          <p:nvPr>
            <p:ph type="title"/>
          </p:nvPr>
        </p:nvSpPr>
        <p:spPr>
          <a:xfrm>
            <a:off x="283850" y="285900"/>
            <a:ext cx="56742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52" name="Google Shape;152;p19"/>
          <p:cNvSpPr txBox="1"/>
          <p:nvPr>
            <p:ph idx="6" type="body"/>
          </p:nvPr>
        </p:nvSpPr>
        <p:spPr>
          <a:xfrm>
            <a:off x="1736400" y="1553875"/>
            <a:ext cx="4227000" cy="9720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Clr>
                <a:schemeClr val="dk1"/>
              </a:buClr>
              <a:buSzPts val="1200"/>
              <a:buFont typeface="Inter"/>
              <a:buChar char="●"/>
              <a:defRPr>
                <a:solidFill>
                  <a:schemeClr val="dk1"/>
                </a:solidFill>
              </a:defRPr>
            </a:lvl1pPr>
            <a:lvl2pPr indent="-304800" lvl="1" marL="914400" algn="l">
              <a:lnSpc>
                <a:spcPct val="115000"/>
              </a:lnSpc>
              <a:spcBef>
                <a:spcPts val="0"/>
              </a:spcBef>
              <a:spcAft>
                <a:spcPts val="0"/>
              </a:spcAft>
              <a:buClr>
                <a:schemeClr val="dk1"/>
              </a:buClr>
              <a:buSzPts val="1200"/>
              <a:buFont typeface="Inter"/>
              <a:buChar char="○"/>
              <a:defRPr>
                <a:solidFill>
                  <a:schemeClr val="dk1"/>
                </a:solidFill>
              </a:defRPr>
            </a:lvl2pPr>
            <a:lvl3pPr indent="-304800" lvl="2" marL="1371600" algn="l">
              <a:lnSpc>
                <a:spcPct val="115000"/>
              </a:lnSpc>
              <a:spcBef>
                <a:spcPts val="0"/>
              </a:spcBef>
              <a:spcAft>
                <a:spcPts val="0"/>
              </a:spcAft>
              <a:buClr>
                <a:schemeClr val="dk1"/>
              </a:buClr>
              <a:buSzPts val="1200"/>
              <a:buFont typeface="Inter"/>
              <a:buChar char="■"/>
              <a:defRPr>
                <a:solidFill>
                  <a:schemeClr val="dk1"/>
                </a:solidFill>
              </a:defRPr>
            </a:lvl3pPr>
            <a:lvl4pPr indent="-304800" lvl="3" marL="1828800" algn="l">
              <a:lnSpc>
                <a:spcPct val="115000"/>
              </a:lnSpc>
              <a:spcBef>
                <a:spcPts val="0"/>
              </a:spcBef>
              <a:spcAft>
                <a:spcPts val="0"/>
              </a:spcAft>
              <a:buClr>
                <a:schemeClr val="dk1"/>
              </a:buClr>
              <a:buSzPts val="1200"/>
              <a:buFont typeface="Inter"/>
              <a:buChar char="●"/>
              <a:defRPr>
                <a:solidFill>
                  <a:schemeClr val="dk1"/>
                </a:solidFill>
              </a:defRPr>
            </a:lvl4pPr>
            <a:lvl5pPr indent="-304800" lvl="4" marL="2286000" algn="l">
              <a:lnSpc>
                <a:spcPct val="115000"/>
              </a:lnSpc>
              <a:spcBef>
                <a:spcPts val="0"/>
              </a:spcBef>
              <a:spcAft>
                <a:spcPts val="0"/>
              </a:spcAft>
              <a:buClr>
                <a:schemeClr val="dk1"/>
              </a:buClr>
              <a:buSzPts val="1200"/>
              <a:buFont typeface="Inter"/>
              <a:buChar char="○"/>
              <a:defRPr>
                <a:solidFill>
                  <a:schemeClr val="dk1"/>
                </a:solidFill>
              </a:defRPr>
            </a:lvl5pPr>
            <a:lvl6pPr indent="-304800" lvl="5" marL="2743200" algn="l">
              <a:lnSpc>
                <a:spcPct val="115000"/>
              </a:lnSpc>
              <a:spcBef>
                <a:spcPts val="0"/>
              </a:spcBef>
              <a:spcAft>
                <a:spcPts val="0"/>
              </a:spcAft>
              <a:buClr>
                <a:schemeClr val="dk1"/>
              </a:buClr>
              <a:buSzPts val="1200"/>
              <a:buFont typeface="Inter"/>
              <a:buChar char="■"/>
              <a:defRPr>
                <a:solidFill>
                  <a:schemeClr val="dk1"/>
                </a:solidFill>
              </a:defRPr>
            </a:lvl6pPr>
            <a:lvl7pPr indent="-304800" lvl="6" marL="3200400" algn="l">
              <a:lnSpc>
                <a:spcPct val="115000"/>
              </a:lnSpc>
              <a:spcBef>
                <a:spcPts val="0"/>
              </a:spcBef>
              <a:spcAft>
                <a:spcPts val="0"/>
              </a:spcAft>
              <a:buClr>
                <a:schemeClr val="dk1"/>
              </a:buClr>
              <a:buSzPts val="1200"/>
              <a:buFont typeface="Inter"/>
              <a:buChar char="●"/>
              <a:defRPr>
                <a:solidFill>
                  <a:schemeClr val="dk1"/>
                </a:solidFill>
              </a:defRPr>
            </a:lvl7pPr>
            <a:lvl8pPr indent="-304800" lvl="7" marL="3657600" algn="l">
              <a:lnSpc>
                <a:spcPct val="115000"/>
              </a:lnSpc>
              <a:spcBef>
                <a:spcPts val="0"/>
              </a:spcBef>
              <a:spcAft>
                <a:spcPts val="0"/>
              </a:spcAft>
              <a:buClr>
                <a:schemeClr val="dk1"/>
              </a:buClr>
              <a:buSzPts val="1200"/>
              <a:buFont typeface="Inter"/>
              <a:buChar char="○"/>
              <a:defRPr>
                <a:solidFill>
                  <a:schemeClr val="dk1"/>
                </a:solidFill>
              </a:defRPr>
            </a:lvl8pPr>
            <a:lvl9pPr indent="-304800" lvl="8" marL="4114800" algn="l">
              <a:lnSpc>
                <a:spcPct val="115000"/>
              </a:lnSpc>
              <a:spcBef>
                <a:spcPts val="0"/>
              </a:spcBef>
              <a:spcAft>
                <a:spcPts val="0"/>
              </a:spcAft>
              <a:buClr>
                <a:schemeClr val="dk1"/>
              </a:buClr>
              <a:buSzPts val="1200"/>
              <a:buFont typeface="Inter"/>
              <a:buChar char="■"/>
              <a:defRPr>
                <a:solidFill>
                  <a:schemeClr val="dk1"/>
                </a:solidFill>
              </a:defRPr>
            </a:lvl9pPr>
          </a:lstStyle>
          <a:p/>
        </p:txBody>
      </p:sp>
      <p:sp>
        <p:nvSpPr>
          <p:cNvPr id="153" name="Google Shape;153;p19"/>
          <p:cNvSpPr txBox="1"/>
          <p:nvPr>
            <p:ph idx="7"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54" name="Google Shape;154;p19"/>
          <p:cNvSpPr txBox="1"/>
          <p:nvPr>
            <p:ph idx="8"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55" name="Shape 155"/>
        <p:cNvGrpSpPr/>
        <p:nvPr/>
      </p:nvGrpSpPr>
      <p:grpSpPr>
        <a:xfrm>
          <a:off x="0" y="0"/>
          <a:ext cx="0" cy="0"/>
          <a:chOff x="0" y="0"/>
          <a:chExt cx="0" cy="0"/>
        </a:xfrm>
      </p:grpSpPr>
      <p:sp>
        <p:nvSpPr>
          <p:cNvPr id="156" name="Google Shape;156;p20"/>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20"/>
          <p:cNvSpPr txBox="1"/>
          <p:nvPr>
            <p:ph type="title"/>
          </p:nvPr>
        </p:nvSpPr>
        <p:spPr>
          <a:xfrm>
            <a:off x="283850" y="285900"/>
            <a:ext cx="5674200" cy="22353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lvl1pPr>
            <a:lvl2pPr lvl="1" algn="l">
              <a:lnSpc>
                <a:spcPct val="85000"/>
              </a:lnSpc>
              <a:spcBef>
                <a:spcPts val="0"/>
              </a:spcBef>
              <a:spcAft>
                <a:spcPts val="0"/>
              </a:spcAft>
              <a:buSzPts val="3600"/>
              <a:buNone/>
              <a:defRPr sz="3600"/>
            </a:lvl2pPr>
            <a:lvl3pPr lvl="2" algn="l">
              <a:lnSpc>
                <a:spcPct val="85000"/>
              </a:lnSpc>
              <a:spcBef>
                <a:spcPts val="0"/>
              </a:spcBef>
              <a:spcAft>
                <a:spcPts val="0"/>
              </a:spcAft>
              <a:buSzPts val="3600"/>
              <a:buNone/>
              <a:defRPr sz="3600"/>
            </a:lvl3pPr>
            <a:lvl4pPr lvl="3" algn="l">
              <a:lnSpc>
                <a:spcPct val="85000"/>
              </a:lnSpc>
              <a:spcBef>
                <a:spcPts val="0"/>
              </a:spcBef>
              <a:spcAft>
                <a:spcPts val="0"/>
              </a:spcAft>
              <a:buSzPts val="3600"/>
              <a:buNone/>
              <a:defRPr sz="3600"/>
            </a:lvl4pPr>
            <a:lvl5pPr lvl="4" algn="l">
              <a:lnSpc>
                <a:spcPct val="85000"/>
              </a:lnSpc>
              <a:spcBef>
                <a:spcPts val="0"/>
              </a:spcBef>
              <a:spcAft>
                <a:spcPts val="0"/>
              </a:spcAft>
              <a:buSzPts val="3600"/>
              <a:buNone/>
              <a:defRPr sz="3600"/>
            </a:lvl5pPr>
            <a:lvl6pPr lvl="5" algn="l">
              <a:lnSpc>
                <a:spcPct val="85000"/>
              </a:lnSpc>
              <a:spcBef>
                <a:spcPts val="0"/>
              </a:spcBef>
              <a:spcAft>
                <a:spcPts val="0"/>
              </a:spcAft>
              <a:buSzPts val="3600"/>
              <a:buNone/>
              <a:defRPr sz="3600"/>
            </a:lvl6pPr>
            <a:lvl7pPr lvl="6" algn="l">
              <a:lnSpc>
                <a:spcPct val="85000"/>
              </a:lnSpc>
              <a:spcBef>
                <a:spcPts val="0"/>
              </a:spcBef>
              <a:spcAft>
                <a:spcPts val="0"/>
              </a:spcAft>
              <a:buSzPts val="3600"/>
              <a:buNone/>
              <a:defRPr sz="3600"/>
            </a:lvl7pPr>
            <a:lvl8pPr lvl="7" algn="l">
              <a:lnSpc>
                <a:spcPct val="85000"/>
              </a:lnSpc>
              <a:spcBef>
                <a:spcPts val="0"/>
              </a:spcBef>
              <a:spcAft>
                <a:spcPts val="0"/>
              </a:spcAft>
              <a:buSzPts val="3600"/>
              <a:buNone/>
              <a:defRPr sz="3600"/>
            </a:lvl8pPr>
            <a:lvl9pPr lvl="8" algn="l">
              <a:lnSpc>
                <a:spcPct val="85000"/>
              </a:lnSpc>
              <a:spcBef>
                <a:spcPts val="0"/>
              </a:spcBef>
              <a:spcAft>
                <a:spcPts val="0"/>
              </a:spcAft>
              <a:buSzPts val="3600"/>
              <a:buNone/>
              <a:defRPr sz="3600"/>
            </a:lvl9pPr>
          </a:lstStyle>
          <a:p/>
        </p:txBody>
      </p:sp>
      <p:sp>
        <p:nvSpPr>
          <p:cNvPr id="158" name="Google Shape;158;p20"/>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59" name="Google Shape;159;p20"/>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60" name="Google Shape;160;p20"/>
          <p:cNvSpPr txBox="1"/>
          <p:nvPr>
            <p:ph idx="1" type="body"/>
          </p:nvPr>
        </p:nvSpPr>
        <p:spPr>
          <a:xfrm>
            <a:off x="2456850" y="3716975"/>
            <a:ext cx="2055000" cy="728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
        <p:nvSpPr>
          <p:cNvPr id="161" name="Google Shape;161;p20"/>
          <p:cNvSpPr txBox="1"/>
          <p:nvPr>
            <p:ph idx="4" type="body"/>
          </p:nvPr>
        </p:nvSpPr>
        <p:spPr>
          <a:xfrm>
            <a:off x="4629750" y="3716975"/>
            <a:ext cx="2055000" cy="728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
        <p:nvSpPr>
          <p:cNvPr id="162" name="Google Shape;162;p20"/>
          <p:cNvSpPr txBox="1"/>
          <p:nvPr>
            <p:ph idx="5" type="body"/>
          </p:nvPr>
        </p:nvSpPr>
        <p:spPr>
          <a:xfrm>
            <a:off x="6802050" y="3716975"/>
            <a:ext cx="2054700" cy="728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63" name="Shape 163"/>
        <p:cNvGrpSpPr/>
        <p:nvPr/>
      </p:nvGrpSpPr>
      <p:grpSpPr>
        <a:xfrm>
          <a:off x="0" y="0"/>
          <a:ext cx="0" cy="0"/>
          <a:chOff x="0" y="0"/>
          <a:chExt cx="0" cy="0"/>
        </a:xfrm>
      </p:grpSpPr>
      <p:sp>
        <p:nvSpPr>
          <p:cNvPr id="164" name="Google Shape;164;p21"/>
          <p:cNvSpPr txBox="1"/>
          <p:nvPr>
            <p:ph idx="1" type="body"/>
          </p:nvPr>
        </p:nvSpPr>
        <p:spPr>
          <a:xfrm>
            <a:off x="6091950" y="1553875"/>
            <a:ext cx="2764800" cy="972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
        <p:nvSpPr>
          <p:cNvPr id="165" name="Google Shape;165;p21"/>
          <p:cNvSpPr txBox="1"/>
          <p:nvPr>
            <p:ph idx="2" type="body"/>
          </p:nvPr>
        </p:nvSpPr>
        <p:spPr>
          <a:xfrm>
            <a:off x="6091950" y="2635425"/>
            <a:ext cx="2764800" cy="972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
        <p:nvSpPr>
          <p:cNvPr id="166" name="Google Shape;166;p21"/>
          <p:cNvSpPr txBox="1"/>
          <p:nvPr>
            <p:ph idx="3" type="body"/>
          </p:nvPr>
        </p:nvSpPr>
        <p:spPr>
          <a:xfrm>
            <a:off x="6091950" y="3706763"/>
            <a:ext cx="2764800" cy="972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
        <p:nvSpPr>
          <p:cNvPr id="167" name="Google Shape;167;p21"/>
          <p:cNvSpPr txBox="1"/>
          <p:nvPr>
            <p:ph type="title"/>
          </p:nvPr>
        </p:nvSpPr>
        <p:spPr>
          <a:xfrm>
            <a:off x="283850" y="285900"/>
            <a:ext cx="42276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1800"/>
              <a:buNone/>
              <a:defRPr sz="1800"/>
            </a:lvl1pPr>
            <a:lvl2pPr lvl="1" algn="l">
              <a:lnSpc>
                <a:spcPct val="85000"/>
              </a:lnSpc>
              <a:spcBef>
                <a:spcPts val="0"/>
              </a:spcBef>
              <a:spcAft>
                <a:spcPts val="0"/>
              </a:spcAft>
              <a:buSzPts val="1800"/>
              <a:buNone/>
              <a:defRPr sz="1800"/>
            </a:lvl2pPr>
            <a:lvl3pPr lvl="2" algn="l">
              <a:lnSpc>
                <a:spcPct val="85000"/>
              </a:lnSpc>
              <a:spcBef>
                <a:spcPts val="0"/>
              </a:spcBef>
              <a:spcAft>
                <a:spcPts val="0"/>
              </a:spcAft>
              <a:buSzPts val="1800"/>
              <a:buNone/>
              <a:defRPr sz="1800"/>
            </a:lvl3pPr>
            <a:lvl4pPr lvl="3" algn="l">
              <a:lnSpc>
                <a:spcPct val="85000"/>
              </a:lnSpc>
              <a:spcBef>
                <a:spcPts val="0"/>
              </a:spcBef>
              <a:spcAft>
                <a:spcPts val="0"/>
              </a:spcAft>
              <a:buSzPts val="1800"/>
              <a:buNone/>
              <a:defRPr sz="1800"/>
            </a:lvl4pPr>
            <a:lvl5pPr lvl="4" algn="l">
              <a:lnSpc>
                <a:spcPct val="85000"/>
              </a:lnSpc>
              <a:spcBef>
                <a:spcPts val="0"/>
              </a:spcBef>
              <a:spcAft>
                <a:spcPts val="0"/>
              </a:spcAft>
              <a:buSzPts val="1800"/>
              <a:buNone/>
              <a:defRPr sz="1800"/>
            </a:lvl5pPr>
            <a:lvl6pPr lvl="5" algn="l">
              <a:lnSpc>
                <a:spcPct val="85000"/>
              </a:lnSpc>
              <a:spcBef>
                <a:spcPts val="0"/>
              </a:spcBef>
              <a:spcAft>
                <a:spcPts val="0"/>
              </a:spcAft>
              <a:buSzPts val="1800"/>
              <a:buNone/>
              <a:defRPr sz="1800"/>
            </a:lvl6pPr>
            <a:lvl7pPr lvl="6" algn="l">
              <a:lnSpc>
                <a:spcPct val="85000"/>
              </a:lnSpc>
              <a:spcBef>
                <a:spcPts val="0"/>
              </a:spcBef>
              <a:spcAft>
                <a:spcPts val="0"/>
              </a:spcAft>
              <a:buSzPts val="1800"/>
              <a:buNone/>
              <a:defRPr sz="1800"/>
            </a:lvl7pPr>
            <a:lvl8pPr lvl="7" algn="l">
              <a:lnSpc>
                <a:spcPct val="85000"/>
              </a:lnSpc>
              <a:spcBef>
                <a:spcPts val="0"/>
              </a:spcBef>
              <a:spcAft>
                <a:spcPts val="0"/>
              </a:spcAft>
              <a:buSzPts val="1800"/>
              <a:buNone/>
              <a:defRPr sz="1800"/>
            </a:lvl8pPr>
            <a:lvl9pPr lvl="8" algn="l">
              <a:lnSpc>
                <a:spcPct val="85000"/>
              </a:lnSpc>
              <a:spcBef>
                <a:spcPts val="0"/>
              </a:spcBef>
              <a:spcAft>
                <a:spcPts val="0"/>
              </a:spcAft>
              <a:buSzPts val="1800"/>
              <a:buNone/>
              <a:defRPr sz="1800"/>
            </a:lvl9pPr>
          </a:lstStyle>
          <a:p/>
        </p:txBody>
      </p:sp>
      <p:sp>
        <p:nvSpPr>
          <p:cNvPr id="168" name="Google Shape;168;p21"/>
          <p:cNvSpPr txBox="1"/>
          <p:nvPr>
            <p:ph idx="4"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69" name="Google Shape;169;p21"/>
          <p:cNvSpPr txBox="1"/>
          <p:nvPr>
            <p:ph idx="5"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70" name="Google Shape;170;p21"/>
          <p:cNvSpPr txBox="1"/>
          <p:nvPr>
            <p:ph idx="6" type="subTitle"/>
          </p:nvPr>
        </p:nvSpPr>
        <p:spPr>
          <a:xfrm>
            <a:off x="288625" y="1555575"/>
            <a:ext cx="4509600" cy="97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Inter"/>
              <a:buNone/>
              <a:defRPr sz="3600"/>
            </a:lvl1pPr>
            <a:lvl2pPr lvl="1" algn="l">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gn="l">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gn="l">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gn="l">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gn="l">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gn="l">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gn="l">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gn="l">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71" name="Google Shape;171;p21"/>
          <p:cNvSpPr txBox="1"/>
          <p:nvPr>
            <p:ph idx="7" type="subTitle"/>
          </p:nvPr>
        </p:nvSpPr>
        <p:spPr>
          <a:xfrm>
            <a:off x="288625" y="2636275"/>
            <a:ext cx="4509600" cy="97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Inter"/>
              <a:buNone/>
              <a:defRPr sz="3600"/>
            </a:lvl1pPr>
            <a:lvl2pPr lvl="1" algn="l">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gn="l">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gn="l">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gn="l">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gn="l">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gn="l">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gn="l">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gn="l">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72" name="Google Shape;172;p21"/>
          <p:cNvSpPr txBox="1"/>
          <p:nvPr>
            <p:ph idx="8" type="subTitle"/>
          </p:nvPr>
        </p:nvSpPr>
        <p:spPr>
          <a:xfrm>
            <a:off x="288625" y="3716975"/>
            <a:ext cx="4509600" cy="97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Inter"/>
              <a:buNone/>
              <a:defRPr sz="3600"/>
            </a:lvl1pPr>
            <a:lvl2pPr lvl="1" algn="l">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gn="l">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gn="l">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gn="l">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gn="l">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gn="l">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gn="l">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gn="l">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73" name="Google Shape;173;p21"/>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174" name="Shape 174"/>
        <p:cNvGrpSpPr/>
        <p:nvPr/>
      </p:nvGrpSpPr>
      <p:grpSpPr>
        <a:xfrm>
          <a:off x="0" y="0"/>
          <a:ext cx="0" cy="0"/>
          <a:chOff x="0" y="0"/>
          <a:chExt cx="0" cy="0"/>
        </a:xfrm>
      </p:grpSpPr>
      <p:sp>
        <p:nvSpPr>
          <p:cNvPr id="175" name="Google Shape;175;p22"/>
          <p:cNvSpPr txBox="1"/>
          <p:nvPr>
            <p:ph idx="1" type="subTitle"/>
          </p:nvPr>
        </p:nvSpPr>
        <p:spPr>
          <a:xfrm>
            <a:off x="4629000" y="285900"/>
            <a:ext cx="4228200" cy="357600"/>
          </a:xfrm>
          <a:prstGeom prst="rect">
            <a:avLst/>
          </a:prstGeom>
          <a:noFill/>
          <a:ln>
            <a:noFill/>
          </a:ln>
        </p:spPr>
        <p:txBody>
          <a:bodyPr anchorCtr="0" anchor="t" bIns="0" lIns="182875" spcFirstLastPara="1" rIns="0" wrap="square" tIns="182875">
            <a:noAutofit/>
          </a:bodyPr>
          <a:lstStyle>
            <a:lvl1pPr lvl="0" algn="l">
              <a:lnSpc>
                <a:spcPct val="70000"/>
              </a:lnSpc>
              <a:spcBef>
                <a:spcPts val="0"/>
              </a:spcBef>
              <a:spcAft>
                <a:spcPts val="0"/>
              </a:spcAft>
              <a:buSzPts val="1200"/>
              <a:buNone/>
              <a:defRPr>
                <a:solidFill>
                  <a:schemeClr val="dk1"/>
                </a:solidFill>
              </a:defRPr>
            </a:lvl1pPr>
            <a:lvl2pPr lvl="1"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6" name="Google Shape;176;p22"/>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7" name="Google Shape;177;p22"/>
          <p:cNvSpPr txBox="1"/>
          <p:nvPr>
            <p:ph type="title"/>
          </p:nvPr>
        </p:nvSpPr>
        <p:spPr>
          <a:xfrm>
            <a:off x="283850" y="285900"/>
            <a:ext cx="27648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78" name="Google Shape;178;p22"/>
          <p:cNvSpPr txBox="1"/>
          <p:nvPr>
            <p:ph idx="2" type="body"/>
          </p:nvPr>
        </p:nvSpPr>
        <p:spPr>
          <a:xfrm>
            <a:off x="4629450" y="786100"/>
            <a:ext cx="2172600" cy="804300"/>
          </a:xfrm>
          <a:prstGeom prst="rect">
            <a:avLst/>
          </a:prstGeom>
          <a:noFill/>
          <a:ln>
            <a:noFill/>
          </a:ln>
        </p:spPr>
        <p:txBody>
          <a:bodyPr anchorCtr="0" anchor="t" bIns="0" lIns="182875" spcFirstLastPara="1" rIns="182875"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79" name="Google Shape;179;p22"/>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80" name="Google Shape;180;p22"/>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81" name="Google Shape;181;p22"/>
          <p:cNvSpPr txBox="1"/>
          <p:nvPr>
            <p:ph idx="5" type="subTitle"/>
          </p:nvPr>
        </p:nvSpPr>
        <p:spPr>
          <a:xfrm>
            <a:off x="4629000" y="1751850"/>
            <a:ext cx="4228200" cy="357600"/>
          </a:xfrm>
          <a:prstGeom prst="rect">
            <a:avLst/>
          </a:prstGeom>
          <a:noFill/>
          <a:ln>
            <a:noFill/>
          </a:ln>
        </p:spPr>
        <p:txBody>
          <a:bodyPr anchorCtr="0" anchor="t" bIns="0" lIns="182875" spcFirstLastPara="1" rIns="0" wrap="square" tIns="182875">
            <a:noAutofit/>
          </a:bodyPr>
          <a:lstStyle>
            <a:lvl1pPr lvl="0" algn="l">
              <a:lnSpc>
                <a:spcPct val="70000"/>
              </a:lnSpc>
              <a:spcBef>
                <a:spcPts val="0"/>
              </a:spcBef>
              <a:spcAft>
                <a:spcPts val="0"/>
              </a:spcAft>
              <a:buSzPts val="1200"/>
              <a:buNone/>
              <a:defRPr>
                <a:solidFill>
                  <a:schemeClr val="dk1"/>
                </a:solidFill>
              </a:defRPr>
            </a:lvl1pPr>
            <a:lvl2pPr lvl="1"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82" name="Google Shape;182;p22"/>
          <p:cNvSpPr txBox="1"/>
          <p:nvPr>
            <p:ph idx="6" type="body"/>
          </p:nvPr>
        </p:nvSpPr>
        <p:spPr>
          <a:xfrm>
            <a:off x="4629450" y="2252055"/>
            <a:ext cx="2172600" cy="804300"/>
          </a:xfrm>
          <a:prstGeom prst="rect">
            <a:avLst/>
          </a:prstGeom>
          <a:noFill/>
          <a:ln>
            <a:noFill/>
          </a:ln>
        </p:spPr>
        <p:txBody>
          <a:bodyPr anchorCtr="0" anchor="t" bIns="0" lIns="182875" spcFirstLastPara="1" rIns="182875"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83" name="Google Shape;183;p22"/>
          <p:cNvSpPr txBox="1"/>
          <p:nvPr>
            <p:ph idx="7" type="subTitle"/>
          </p:nvPr>
        </p:nvSpPr>
        <p:spPr>
          <a:xfrm>
            <a:off x="4629000" y="3217788"/>
            <a:ext cx="4228200" cy="357600"/>
          </a:xfrm>
          <a:prstGeom prst="rect">
            <a:avLst/>
          </a:prstGeom>
          <a:noFill/>
          <a:ln>
            <a:noFill/>
          </a:ln>
        </p:spPr>
        <p:txBody>
          <a:bodyPr anchorCtr="0" anchor="t" bIns="0" lIns="182875" spcFirstLastPara="1" rIns="0" wrap="square" tIns="182875">
            <a:noAutofit/>
          </a:bodyPr>
          <a:lstStyle>
            <a:lvl1pPr lvl="0" algn="l">
              <a:lnSpc>
                <a:spcPct val="70000"/>
              </a:lnSpc>
              <a:spcBef>
                <a:spcPts val="0"/>
              </a:spcBef>
              <a:spcAft>
                <a:spcPts val="0"/>
              </a:spcAft>
              <a:buSzPts val="1200"/>
              <a:buNone/>
              <a:defRPr>
                <a:solidFill>
                  <a:schemeClr val="dk1"/>
                </a:solidFill>
              </a:defRPr>
            </a:lvl1pPr>
            <a:lvl2pPr lvl="1"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84" name="Google Shape;184;p22"/>
          <p:cNvSpPr txBox="1"/>
          <p:nvPr>
            <p:ph idx="8" type="body"/>
          </p:nvPr>
        </p:nvSpPr>
        <p:spPr>
          <a:xfrm>
            <a:off x="4629450" y="3717997"/>
            <a:ext cx="2172600" cy="804300"/>
          </a:xfrm>
          <a:prstGeom prst="rect">
            <a:avLst/>
          </a:prstGeom>
          <a:noFill/>
          <a:ln>
            <a:noFill/>
          </a:ln>
        </p:spPr>
        <p:txBody>
          <a:bodyPr anchorCtr="0" anchor="t" bIns="0" lIns="182875" spcFirstLastPara="1" rIns="182875"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85" name="Google Shape;185;p22"/>
          <p:cNvSpPr txBox="1"/>
          <p:nvPr>
            <p:ph idx="9" type="body"/>
          </p:nvPr>
        </p:nvSpPr>
        <p:spPr>
          <a:xfrm>
            <a:off x="284850" y="3717988"/>
            <a:ext cx="2055300" cy="804300"/>
          </a:xfrm>
          <a:prstGeom prst="rect">
            <a:avLst/>
          </a:prstGeom>
          <a:noFill/>
          <a:ln>
            <a:noFill/>
          </a:ln>
        </p:spPr>
        <p:txBody>
          <a:bodyPr anchorCtr="0" anchor="t" bIns="0" lIns="0" spcFirstLastPara="1" rIns="182875" wrap="square" tIns="0">
            <a:spAutoFit/>
          </a:bodyPr>
          <a:lstStyle>
            <a:lvl1pPr indent="-292100" lvl="0" marL="457200" algn="l">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186" name="Shape 186"/>
        <p:cNvGrpSpPr/>
        <p:nvPr/>
      </p:nvGrpSpPr>
      <p:grpSpPr>
        <a:xfrm>
          <a:off x="0" y="0"/>
          <a:ext cx="0" cy="0"/>
          <a:chOff x="0" y="0"/>
          <a:chExt cx="0" cy="0"/>
        </a:xfrm>
      </p:grpSpPr>
      <p:sp>
        <p:nvSpPr>
          <p:cNvPr id="187" name="Google Shape;187;p23"/>
          <p:cNvSpPr/>
          <p:nvPr>
            <p:ph idx="2" type="pic"/>
          </p:nvPr>
        </p:nvSpPr>
        <p:spPr>
          <a:xfrm>
            <a:off x="4629750" y="286075"/>
            <a:ext cx="1257900" cy="1261500"/>
          </a:xfrm>
          <a:prstGeom prst="rect">
            <a:avLst/>
          </a:prstGeom>
          <a:noFill/>
          <a:ln>
            <a:noFill/>
          </a:ln>
        </p:spPr>
      </p:sp>
      <p:sp>
        <p:nvSpPr>
          <p:cNvPr id="188" name="Google Shape;188;p23"/>
          <p:cNvSpPr/>
          <p:nvPr>
            <p:ph idx="3" type="pic"/>
          </p:nvPr>
        </p:nvSpPr>
        <p:spPr>
          <a:xfrm>
            <a:off x="6111800" y="286075"/>
            <a:ext cx="1257900" cy="1261500"/>
          </a:xfrm>
          <a:prstGeom prst="rect">
            <a:avLst/>
          </a:prstGeom>
          <a:noFill/>
          <a:ln>
            <a:noFill/>
          </a:ln>
        </p:spPr>
      </p:sp>
      <p:sp>
        <p:nvSpPr>
          <p:cNvPr id="189" name="Google Shape;189;p23"/>
          <p:cNvSpPr/>
          <p:nvPr>
            <p:ph idx="4" type="pic"/>
          </p:nvPr>
        </p:nvSpPr>
        <p:spPr>
          <a:xfrm>
            <a:off x="7593850" y="286075"/>
            <a:ext cx="1257900" cy="1261500"/>
          </a:xfrm>
          <a:prstGeom prst="rect">
            <a:avLst/>
          </a:prstGeom>
          <a:noFill/>
          <a:ln>
            <a:noFill/>
          </a:ln>
        </p:spPr>
      </p:sp>
      <p:sp>
        <p:nvSpPr>
          <p:cNvPr id="190" name="Google Shape;190;p23"/>
          <p:cNvSpPr/>
          <p:nvPr>
            <p:ph idx="5" type="pic"/>
          </p:nvPr>
        </p:nvSpPr>
        <p:spPr>
          <a:xfrm>
            <a:off x="4629750" y="2634475"/>
            <a:ext cx="1257900" cy="1261500"/>
          </a:xfrm>
          <a:prstGeom prst="rect">
            <a:avLst/>
          </a:prstGeom>
          <a:noFill/>
          <a:ln>
            <a:noFill/>
          </a:ln>
        </p:spPr>
      </p:sp>
      <p:sp>
        <p:nvSpPr>
          <p:cNvPr id="191" name="Google Shape;191;p23"/>
          <p:cNvSpPr/>
          <p:nvPr>
            <p:ph idx="6" type="pic"/>
          </p:nvPr>
        </p:nvSpPr>
        <p:spPr>
          <a:xfrm>
            <a:off x="6111800" y="2634475"/>
            <a:ext cx="1257900" cy="1261500"/>
          </a:xfrm>
          <a:prstGeom prst="rect">
            <a:avLst/>
          </a:prstGeom>
          <a:noFill/>
          <a:ln>
            <a:noFill/>
          </a:ln>
        </p:spPr>
      </p:sp>
      <p:sp>
        <p:nvSpPr>
          <p:cNvPr id="192" name="Google Shape;192;p23"/>
          <p:cNvSpPr/>
          <p:nvPr>
            <p:ph idx="7" type="pic"/>
          </p:nvPr>
        </p:nvSpPr>
        <p:spPr>
          <a:xfrm>
            <a:off x="7593850" y="2634475"/>
            <a:ext cx="1257900" cy="1261500"/>
          </a:xfrm>
          <a:prstGeom prst="rect">
            <a:avLst/>
          </a:prstGeom>
          <a:noFill/>
          <a:ln>
            <a:noFill/>
          </a:ln>
        </p:spPr>
      </p:sp>
      <p:sp>
        <p:nvSpPr>
          <p:cNvPr id="193" name="Google Shape;193;p23"/>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23"/>
          <p:cNvSpPr txBox="1"/>
          <p:nvPr>
            <p:ph idx="8"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23"/>
          <p:cNvSpPr txBox="1"/>
          <p:nvPr>
            <p:ph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96" name="Google Shape;196;p23"/>
          <p:cNvSpPr txBox="1"/>
          <p:nvPr>
            <p:ph idx="9"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97" name="Google Shape;197;p23"/>
          <p:cNvSpPr txBox="1"/>
          <p:nvPr>
            <p:ph idx="13" type="title"/>
          </p:nvPr>
        </p:nvSpPr>
        <p:spPr>
          <a:xfrm>
            <a:off x="283850" y="474875"/>
            <a:ext cx="2773200" cy="17436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SzPts val="3600"/>
              <a:buNone/>
              <a:defRPr>
                <a:solidFill>
                  <a:schemeClr val="dk1"/>
                </a:solidFill>
              </a:defRPr>
            </a:lvl1pPr>
            <a:lvl2pPr lvl="1" algn="l">
              <a:lnSpc>
                <a:spcPct val="85000"/>
              </a:lnSpc>
              <a:spcBef>
                <a:spcPts val="0"/>
              </a:spcBef>
              <a:spcAft>
                <a:spcPts val="0"/>
              </a:spcAft>
              <a:buSzPts val="3600"/>
              <a:buNone/>
              <a:defRPr>
                <a:solidFill>
                  <a:schemeClr val="dk1"/>
                </a:solidFill>
              </a:defRPr>
            </a:lvl2pPr>
            <a:lvl3pPr lvl="2" algn="l">
              <a:lnSpc>
                <a:spcPct val="85000"/>
              </a:lnSpc>
              <a:spcBef>
                <a:spcPts val="0"/>
              </a:spcBef>
              <a:spcAft>
                <a:spcPts val="0"/>
              </a:spcAft>
              <a:buSzPts val="3600"/>
              <a:buNone/>
              <a:defRPr>
                <a:solidFill>
                  <a:schemeClr val="dk1"/>
                </a:solidFill>
              </a:defRPr>
            </a:lvl3pPr>
            <a:lvl4pPr lvl="3" algn="l">
              <a:lnSpc>
                <a:spcPct val="85000"/>
              </a:lnSpc>
              <a:spcBef>
                <a:spcPts val="0"/>
              </a:spcBef>
              <a:spcAft>
                <a:spcPts val="0"/>
              </a:spcAft>
              <a:buSzPts val="3600"/>
              <a:buNone/>
              <a:defRPr>
                <a:solidFill>
                  <a:schemeClr val="dk1"/>
                </a:solidFill>
              </a:defRPr>
            </a:lvl4pPr>
            <a:lvl5pPr lvl="4" algn="l">
              <a:lnSpc>
                <a:spcPct val="85000"/>
              </a:lnSpc>
              <a:spcBef>
                <a:spcPts val="0"/>
              </a:spcBef>
              <a:spcAft>
                <a:spcPts val="0"/>
              </a:spcAft>
              <a:buSzPts val="3600"/>
              <a:buNone/>
              <a:defRPr>
                <a:solidFill>
                  <a:schemeClr val="dk1"/>
                </a:solidFill>
              </a:defRPr>
            </a:lvl5pPr>
            <a:lvl6pPr lvl="5" algn="l">
              <a:lnSpc>
                <a:spcPct val="85000"/>
              </a:lnSpc>
              <a:spcBef>
                <a:spcPts val="0"/>
              </a:spcBef>
              <a:spcAft>
                <a:spcPts val="0"/>
              </a:spcAft>
              <a:buSzPts val="3600"/>
              <a:buNone/>
              <a:defRPr>
                <a:solidFill>
                  <a:schemeClr val="dk1"/>
                </a:solidFill>
              </a:defRPr>
            </a:lvl6pPr>
            <a:lvl7pPr lvl="6" algn="l">
              <a:lnSpc>
                <a:spcPct val="85000"/>
              </a:lnSpc>
              <a:spcBef>
                <a:spcPts val="0"/>
              </a:spcBef>
              <a:spcAft>
                <a:spcPts val="0"/>
              </a:spcAft>
              <a:buSzPts val="3600"/>
              <a:buNone/>
              <a:defRPr>
                <a:solidFill>
                  <a:schemeClr val="dk1"/>
                </a:solidFill>
              </a:defRPr>
            </a:lvl7pPr>
            <a:lvl8pPr lvl="7" algn="l">
              <a:lnSpc>
                <a:spcPct val="85000"/>
              </a:lnSpc>
              <a:spcBef>
                <a:spcPts val="0"/>
              </a:spcBef>
              <a:spcAft>
                <a:spcPts val="0"/>
              </a:spcAft>
              <a:buSzPts val="3600"/>
              <a:buNone/>
              <a:defRPr>
                <a:solidFill>
                  <a:schemeClr val="dk1"/>
                </a:solidFill>
              </a:defRPr>
            </a:lvl8pPr>
            <a:lvl9pPr lvl="8" algn="l">
              <a:lnSpc>
                <a:spcPct val="85000"/>
              </a:lnSpc>
              <a:spcBef>
                <a:spcPts val="0"/>
              </a:spcBef>
              <a:spcAft>
                <a:spcPts val="0"/>
              </a:spcAft>
              <a:buSzPts val="3600"/>
              <a:buNone/>
              <a:defRPr>
                <a:solidFill>
                  <a:schemeClr val="dk1"/>
                </a:solidFill>
              </a:defRPr>
            </a:lvl9pPr>
          </a:lstStyle>
          <a:p/>
        </p:txBody>
      </p:sp>
      <p:sp>
        <p:nvSpPr>
          <p:cNvPr id="198" name="Google Shape;198;p23"/>
          <p:cNvSpPr txBox="1"/>
          <p:nvPr>
            <p:ph idx="14" type="title"/>
          </p:nvPr>
        </p:nvSpPr>
        <p:spPr>
          <a:xfrm>
            <a:off x="4629750" y="1649525"/>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199" name="Google Shape;199;p23"/>
          <p:cNvSpPr txBox="1"/>
          <p:nvPr>
            <p:ph idx="15" type="title"/>
          </p:nvPr>
        </p:nvSpPr>
        <p:spPr>
          <a:xfrm>
            <a:off x="6111800" y="1649525"/>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00" name="Google Shape;200;p23"/>
          <p:cNvSpPr txBox="1"/>
          <p:nvPr>
            <p:ph idx="16" type="title"/>
          </p:nvPr>
        </p:nvSpPr>
        <p:spPr>
          <a:xfrm>
            <a:off x="7593850" y="1649525"/>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01" name="Google Shape;201;p23"/>
          <p:cNvSpPr txBox="1"/>
          <p:nvPr>
            <p:ph idx="17" type="title"/>
          </p:nvPr>
        </p:nvSpPr>
        <p:spPr>
          <a:xfrm>
            <a:off x="4629750" y="3995850"/>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02" name="Google Shape;202;p23"/>
          <p:cNvSpPr txBox="1"/>
          <p:nvPr>
            <p:ph idx="18" type="title"/>
          </p:nvPr>
        </p:nvSpPr>
        <p:spPr>
          <a:xfrm>
            <a:off x="6111800" y="3995850"/>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03" name="Google Shape;203;p23"/>
          <p:cNvSpPr txBox="1"/>
          <p:nvPr>
            <p:ph idx="19" type="title"/>
          </p:nvPr>
        </p:nvSpPr>
        <p:spPr>
          <a:xfrm>
            <a:off x="7593850" y="3995850"/>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204" name="Shape 204"/>
        <p:cNvGrpSpPr/>
        <p:nvPr/>
      </p:nvGrpSpPr>
      <p:grpSpPr>
        <a:xfrm>
          <a:off x="0" y="0"/>
          <a:ext cx="0" cy="0"/>
          <a:chOff x="0" y="0"/>
          <a:chExt cx="0" cy="0"/>
        </a:xfrm>
      </p:grpSpPr>
      <p:sp>
        <p:nvSpPr>
          <p:cNvPr id="205" name="Google Shape;205;p24"/>
          <p:cNvSpPr/>
          <p:nvPr>
            <p:ph idx="2" type="pic"/>
          </p:nvPr>
        </p:nvSpPr>
        <p:spPr>
          <a:xfrm>
            <a:off x="2456700" y="373175"/>
            <a:ext cx="1515000" cy="1616700"/>
          </a:xfrm>
          <a:prstGeom prst="rect">
            <a:avLst/>
          </a:prstGeom>
          <a:noFill/>
          <a:ln>
            <a:noFill/>
          </a:ln>
        </p:spPr>
      </p:sp>
      <p:sp>
        <p:nvSpPr>
          <p:cNvPr id="206" name="Google Shape;206;p24"/>
          <p:cNvSpPr txBox="1"/>
          <p:nvPr>
            <p:ph type="title"/>
          </p:nvPr>
        </p:nvSpPr>
        <p:spPr>
          <a:xfrm>
            <a:off x="2635350" y="2172975"/>
            <a:ext cx="1188600" cy="152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1100"/>
              <a:buNone/>
              <a:defRPr sz="1000"/>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07" name="Google Shape;207;p24"/>
          <p:cNvSpPr txBox="1"/>
          <p:nvPr>
            <p:ph idx="1" type="body"/>
          </p:nvPr>
        </p:nvSpPr>
        <p:spPr>
          <a:xfrm>
            <a:off x="2635350" y="2832368"/>
            <a:ext cx="1161900" cy="16707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08" name="Google Shape;208;p24"/>
          <p:cNvSpPr txBox="1"/>
          <p:nvPr>
            <p:ph idx="3" type="title"/>
          </p:nvPr>
        </p:nvSpPr>
        <p:spPr>
          <a:xfrm>
            <a:off x="2635350" y="2325375"/>
            <a:ext cx="1188600" cy="278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800"/>
              <a:buNone/>
              <a:defRPr sz="800"/>
            </a:lvl2pPr>
            <a:lvl3pPr lvl="2" algn="l">
              <a:lnSpc>
                <a:spcPct val="110000"/>
              </a:lnSpc>
              <a:spcBef>
                <a:spcPts val="0"/>
              </a:spcBef>
              <a:spcAft>
                <a:spcPts val="0"/>
              </a:spcAft>
              <a:buSzPts val="800"/>
              <a:buNone/>
              <a:defRPr sz="800"/>
            </a:lvl3pPr>
            <a:lvl4pPr lvl="3" algn="l">
              <a:lnSpc>
                <a:spcPct val="110000"/>
              </a:lnSpc>
              <a:spcBef>
                <a:spcPts val="0"/>
              </a:spcBef>
              <a:spcAft>
                <a:spcPts val="0"/>
              </a:spcAft>
              <a:buSzPts val="800"/>
              <a:buNone/>
              <a:defRPr sz="800"/>
            </a:lvl4pPr>
            <a:lvl5pPr lvl="4" algn="l">
              <a:lnSpc>
                <a:spcPct val="110000"/>
              </a:lnSpc>
              <a:spcBef>
                <a:spcPts val="0"/>
              </a:spcBef>
              <a:spcAft>
                <a:spcPts val="0"/>
              </a:spcAft>
              <a:buSzPts val="800"/>
              <a:buNone/>
              <a:defRPr sz="800"/>
            </a:lvl5pPr>
            <a:lvl6pPr lvl="5" algn="l">
              <a:lnSpc>
                <a:spcPct val="110000"/>
              </a:lnSpc>
              <a:spcBef>
                <a:spcPts val="0"/>
              </a:spcBef>
              <a:spcAft>
                <a:spcPts val="0"/>
              </a:spcAft>
              <a:buSzPts val="800"/>
              <a:buNone/>
              <a:defRPr sz="800"/>
            </a:lvl6pPr>
            <a:lvl7pPr lvl="6" algn="l">
              <a:lnSpc>
                <a:spcPct val="110000"/>
              </a:lnSpc>
              <a:spcBef>
                <a:spcPts val="0"/>
              </a:spcBef>
              <a:spcAft>
                <a:spcPts val="0"/>
              </a:spcAft>
              <a:buSzPts val="800"/>
              <a:buNone/>
              <a:defRPr sz="800"/>
            </a:lvl7pPr>
            <a:lvl8pPr lvl="7" algn="l">
              <a:lnSpc>
                <a:spcPct val="110000"/>
              </a:lnSpc>
              <a:spcBef>
                <a:spcPts val="0"/>
              </a:spcBef>
              <a:spcAft>
                <a:spcPts val="0"/>
              </a:spcAft>
              <a:buSzPts val="800"/>
              <a:buNone/>
              <a:defRPr sz="800"/>
            </a:lvl8pPr>
            <a:lvl9pPr lvl="8" algn="l">
              <a:lnSpc>
                <a:spcPct val="110000"/>
              </a:lnSpc>
              <a:spcBef>
                <a:spcPts val="0"/>
              </a:spcBef>
              <a:spcAft>
                <a:spcPts val="0"/>
              </a:spcAft>
              <a:buSzPts val="800"/>
              <a:buNone/>
              <a:defRPr sz="800"/>
            </a:lvl9pPr>
          </a:lstStyle>
          <a:p/>
        </p:txBody>
      </p:sp>
      <p:sp>
        <p:nvSpPr>
          <p:cNvPr id="209" name="Google Shape;209;p24"/>
          <p:cNvSpPr/>
          <p:nvPr>
            <p:ph idx="4" type="pic"/>
          </p:nvPr>
        </p:nvSpPr>
        <p:spPr>
          <a:xfrm>
            <a:off x="4084738" y="373175"/>
            <a:ext cx="1515000" cy="1616700"/>
          </a:xfrm>
          <a:prstGeom prst="rect">
            <a:avLst/>
          </a:prstGeom>
          <a:noFill/>
          <a:ln>
            <a:noFill/>
          </a:ln>
        </p:spPr>
      </p:sp>
      <p:sp>
        <p:nvSpPr>
          <p:cNvPr id="210" name="Google Shape;210;p24"/>
          <p:cNvSpPr txBox="1"/>
          <p:nvPr>
            <p:ph idx="5" type="title"/>
          </p:nvPr>
        </p:nvSpPr>
        <p:spPr>
          <a:xfrm>
            <a:off x="4263388" y="2172975"/>
            <a:ext cx="1188600" cy="152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1000"/>
              <a:buNone/>
              <a:defRPr sz="1000"/>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11" name="Google Shape;211;p24"/>
          <p:cNvSpPr txBox="1"/>
          <p:nvPr>
            <p:ph idx="6" type="body"/>
          </p:nvPr>
        </p:nvSpPr>
        <p:spPr>
          <a:xfrm>
            <a:off x="4263388" y="2832368"/>
            <a:ext cx="1161900" cy="16707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12" name="Google Shape;212;p24"/>
          <p:cNvSpPr txBox="1"/>
          <p:nvPr>
            <p:ph idx="7" type="title"/>
          </p:nvPr>
        </p:nvSpPr>
        <p:spPr>
          <a:xfrm>
            <a:off x="4263388" y="2325375"/>
            <a:ext cx="1188600" cy="278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800"/>
              <a:buNone/>
              <a:defRPr sz="800"/>
            </a:lvl2pPr>
            <a:lvl3pPr lvl="2" algn="l">
              <a:lnSpc>
                <a:spcPct val="110000"/>
              </a:lnSpc>
              <a:spcBef>
                <a:spcPts val="0"/>
              </a:spcBef>
              <a:spcAft>
                <a:spcPts val="0"/>
              </a:spcAft>
              <a:buSzPts val="800"/>
              <a:buNone/>
              <a:defRPr sz="800"/>
            </a:lvl3pPr>
            <a:lvl4pPr lvl="3" algn="l">
              <a:lnSpc>
                <a:spcPct val="110000"/>
              </a:lnSpc>
              <a:spcBef>
                <a:spcPts val="0"/>
              </a:spcBef>
              <a:spcAft>
                <a:spcPts val="0"/>
              </a:spcAft>
              <a:buSzPts val="800"/>
              <a:buNone/>
              <a:defRPr sz="800"/>
            </a:lvl4pPr>
            <a:lvl5pPr lvl="4" algn="l">
              <a:lnSpc>
                <a:spcPct val="110000"/>
              </a:lnSpc>
              <a:spcBef>
                <a:spcPts val="0"/>
              </a:spcBef>
              <a:spcAft>
                <a:spcPts val="0"/>
              </a:spcAft>
              <a:buSzPts val="800"/>
              <a:buNone/>
              <a:defRPr sz="800"/>
            </a:lvl5pPr>
            <a:lvl6pPr lvl="5" algn="l">
              <a:lnSpc>
                <a:spcPct val="110000"/>
              </a:lnSpc>
              <a:spcBef>
                <a:spcPts val="0"/>
              </a:spcBef>
              <a:spcAft>
                <a:spcPts val="0"/>
              </a:spcAft>
              <a:buSzPts val="800"/>
              <a:buNone/>
              <a:defRPr sz="800"/>
            </a:lvl6pPr>
            <a:lvl7pPr lvl="6" algn="l">
              <a:lnSpc>
                <a:spcPct val="110000"/>
              </a:lnSpc>
              <a:spcBef>
                <a:spcPts val="0"/>
              </a:spcBef>
              <a:spcAft>
                <a:spcPts val="0"/>
              </a:spcAft>
              <a:buSzPts val="800"/>
              <a:buNone/>
              <a:defRPr sz="800"/>
            </a:lvl7pPr>
            <a:lvl8pPr lvl="7" algn="l">
              <a:lnSpc>
                <a:spcPct val="110000"/>
              </a:lnSpc>
              <a:spcBef>
                <a:spcPts val="0"/>
              </a:spcBef>
              <a:spcAft>
                <a:spcPts val="0"/>
              </a:spcAft>
              <a:buSzPts val="800"/>
              <a:buNone/>
              <a:defRPr sz="800"/>
            </a:lvl8pPr>
            <a:lvl9pPr lvl="8" algn="l">
              <a:lnSpc>
                <a:spcPct val="110000"/>
              </a:lnSpc>
              <a:spcBef>
                <a:spcPts val="0"/>
              </a:spcBef>
              <a:spcAft>
                <a:spcPts val="0"/>
              </a:spcAft>
              <a:buSzPts val="800"/>
              <a:buNone/>
              <a:defRPr sz="800"/>
            </a:lvl9pPr>
          </a:lstStyle>
          <a:p/>
        </p:txBody>
      </p:sp>
      <p:sp>
        <p:nvSpPr>
          <p:cNvPr id="213" name="Google Shape;213;p24"/>
          <p:cNvSpPr/>
          <p:nvPr>
            <p:ph idx="8" type="pic"/>
          </p:nvPr>
        </p:nvSpPr>
        <p:spPr>
          <a:xfrm>
            <a:off x="5713225" y="373175"/>
            <a:ext cx="1515000" cy="1616700"/>
          </a:xfrm>
          <a:prstGeom prst="rect">
            <a:avLst/>
          </a:prstGeom>
          <a:noFill/>
          <a:ln>
            <a:noFill/>
          </a:ln>
        </p:spPr>
      </p:sp>
      <p:sp>
        <p:nvSpPr>
          <p:cNvPr id="214" name="Google Shape;214;p24"/>
          <p:cNvSpPr txBox="1"/>
          <p:nvPr>
            <p:ph idx="9" type="title"/>
          </p:nvPr>
        </p:nvSpPr>
        <p:spPr>
          <a:xfrm>
            <a:off x="5891875" y="2172975"/>
            <a:ext cx="1188600" cy="152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1000"/>
              <a:buNone/>
              <a:defRPr sz="1000"/>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15" name="Google Shape;215;p24"/>
          <p:cNvSpPr txBox="1"/>
          <p:nvPr>
            <p:ph idx="13" type="body"/>
          </p:nvPr>
        </p:nvSpPr>
        <p:spPr>
          <a:xfrm>
            <a:off x="5891875" y="2832368"/>
            <a:ext cx="1161900" cy="16707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16" name="Google Shape;216;p24"/>
          <p:cNvSpPr txBox="1"/>
          <p:nvPr>
            <p:ph idx="14" type="title"/>
          </p:nvPr>
        </p:nvSpPr>
        <p:spPr>
          <a:xfrm>
            <a:off x="5891875" y="2325375"/>
            <a:ext cx="1188600" cy="278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800"/>
              <a:buNone/>
              <a:defRPr sz="800"/>
            </a:lvl2pPr>
            <a:lvl3pPr lvl="2" algn="l">
              <a:lnSpc>
                <a:spcPct val="110000"/>
              </a:lnSpc>
              <a:spcBef>
                <a:spcPts val="0"/>
              </a:spcBef>
              <a:spcAft>
                <a:spcPts val="0"/>
              </a:spcAft>
              <a:buSzPts val="800"/>
              <a:buNone/>
              <a:defRPr sz="800"/>
            </a:lvl3pPr>
            <a:lvl4pPr lvl="3" algn="l">
              <a:lnSpc>
                <a:spcPct val="110000"/>
              </a:lnSpc>
              <a:spcBef>
                <a:spcPts val="0"/>
              </a:spcBef>
              <a:spcAft>
                <a:spcPts val="0"/>
              </a:spcAft>
              <a:buSzPts val="800"/>
              <a:buNone/>
              <a:defRPr sz="800"/>
            </a:lvl4pPr>
            <a:lvl5pPr lvl="4" algn="l">
              <a:lnSpc>
                <a:spcPct val="110000"/>
              </a:lnSpc>
              <a:spcBef>
                <a:spcPts val="0"/>
              </a:spcBef>
              <a:spcAft>
                <a:spcPts val="0"/>
              </a:spcAft>
              <a:buSzPts val="800"/>
              <a:buNone/>
              <a:defRPr sz="800"/>
            </a:lvl5pPr>
            <a:lvl6pPr lvl="5" algn="l">
              <a:lnSpc>
                <a:spcPct val="110000"/>
              </a:lnSpc>
              <a:spcBef>
                <a:spcPts val="0"/>
              </a:spcBef>
              <a:spcAft>
                <a:spcPts val="0"/>
              </a:spcAft>
              <a:buSzPts val="800"/>
              <a:buNone/>
              <a:defRPr sz="800"/>
            </a:lvl6pPr>
            <a:lvl7pPr lvl="6" algn="l">
              <a:lnSpc>
                <a:spcPct val="110000"/>
              </a:lnSpc>
              <a:spcBef>
                <a:spcPts val="0"/>
              </a:spcBef>
              <a:spcAft>
                <a:spcPts val="0"/>
              </a:spcAft>
              <a:buSzPts val="800"/>
              <a:buNone/>
              <a:defRPr sz="800"/>
            </a:lvl7pPr>
            <a:lvl8pPr lvl="7" algn="l">
              <a:lnSpc>
                <a:spcPct val="110000"/>
              </a:lnSpc>
              <a:spcBef>
                <a:spcPts val="0"/>
              </a:spcBef>
              <a:spcAft>
                <a:spcPts val="0"/>
              </a:spcAft>
              <a:buSzPts val="800"/>
              <a:buNone/>
              <a:defRPr sz="800"/>
            </a:lvl8pPr>
            <a:lvl9pPr lvl="8" algn="l">
              <a:lnSpc>
                <a:spcPct val="110000"/>
              </a:lnSpc>
              <a:spcBef>
                <a:spcPts val="0"/>
              </a:spcBef>
              <a:spcAft>
                <a:spcPts val="0"/>
              </a:spcAft>
              <a:buSzPts val="800"/>
              <a:buNone/>
              <a:defRPr sz="800"/>
            </a:lvl9pPr>
          </a:lstStyle>
          <a:p/>
        </p:txBody>
      </p:sp>
      <p:sp>
        <p:nvSpPr>
          <p:cNvPr id="217" name="Google Shape;217;p24"/>
          <p:cNvSpPr/>
          <p:nvPr>
            <p:ph idx="15" type="pic"/>
          </p:nvPr>
        </p:nvSpPr>
        <p:spPr>
          <a:xfrm>
            <a:off x="7341950" y="373175"/>
            <a:ext cx="1515000" cy="1616700"/>
          </a:xfrm>
          <a:prstGeom prst="rect">
            <a:avLst/>
          </a:prstGeom>
          <a:noFill/>
          <a:ln>
            <a:noFill/>
          </a:ln>
        </p:spPr>
      </p:sp>
      <p:sp>
        <p:nvSpPr>
          <p:cNvPr id="218" name="Google Shape;218;p24"/>
          <p:cNvSpPr txBox="1"/>
          <p:nvPr>
            <p:ph idx="16" type="title"/>
          </p:nvPr>
        </p:nvSpPr>
        <p:spPr>
          <a:xfrm>
            <a:off x="7520600" y="2172975"/>
            <a:ext cx="1188600" cy="152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1000"/>
              <a:buNone/>
              <a:defRPr sz="1000"/>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19" name="Google Shape;219;p24"/>
          <p:cNvSpPr txBox="1"/>
          <p:nvPr>
            <p:ph idx="17" type="body"/>
          </p:nvPr>
        </p:nvSpPr>
        <p:spPr>
          <a:xfrm>
            <a:off x="7520600" y="2832368"/>
            <a:ext cx="1161900" cy="16707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20" name="Google Shape;220;p24"/>
          <p:cNvSpPr txBox="1"/>
          <p:nvPr>
            <p:ph idx="18" type="title"/>
          </p:nvPr>
        </p:nvSpPr>
        <p:spPr>
          <a:xfrm>
            <a:off x="7520600" y="2325375"/>
            <a:ext cx="1188600" cy="278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800"/>
              <a:buNone/>
              <a:defRPr sz="800"/>
            </a:lvl2pPr>
            <a:lvl3pPr lvl="2" algn="l">
              <a:lnSpc>
                <a:spcPct val="110000"/>
              </a:lnSpc>
              <a:spcBef>
                <a:spcPts val="0"/>
              </a:spcBef>
              <a:spcAft>
                <a:spcPts val="0"/>
              </a:spcAft>
              <a:buSzPts val="800"/>
              <a:buNone/>
              <a:defRPr sz="800"/>
            </a:lvl3pPr>
            <a:lvl4pPr lvl="3" algn="l">
              <a:lnSpc>
                <a:spcPct val="110000"/>
              </a:lnSpc>
              <a:spcBef>
                <a:spcPts val="0"/>
              </a:spcBef>
              <a:spcAft>
                <a:spcPts val="0"/>
              </a:spcAft>
              <a:buSzPts val="800"/>
              <a:buNone/>
              <a:defRPr sz="800"/>
            </a:lvl4pPr>
            <a:lvl5pPr lvl="4" algn="l">
              <a:lnSpc>
                <a:spcPct val="110000"/>
              </a:lnSpc>
              <a:spcBef>
                <a:spcPts val="0"/>
              </a:spcBef>
              <a:spcAft>
                <a:spcPts val="0"/>
              </a:spcAft>
              <a:buSzPts val="800"/>
              <a:buNone/>
              <a:defRPr sz="800"/>
            </a:lvl5pPr>
            <a:lvl6pPr lvl="5" algn="l">
              <a:lnSpc>
                <a:spcPct val="110000"/>
              </a:lnSpc>
              <a:spcBef>
                <a:spcPts val="0"/>
              </a:spcBef>
              <a:spcAft>
                <a:spcPts val="0"/>
              </a:spcAft>
              <a:buSzPts val="800"/>
              <a:buNone/>
              <a:defRPr sz="800"/>
            </a:lvl6pPr>
            <a:lvl7pPr lvl="6" algn="l">
              <a:lnSpc>
                <a:spcPct val="110000"/>
              </a:lnSpc>
              <a:spcBef>
                <a:spcPts val="0"/>
              </a:spcBef>
              <a:spcAft>
                <a:spcPts val="0"/>
              </a:spcAft>
              <a:buSzPts val="800"/>
              <a:buNone/>
              <a:defRPr sz="800"/>
            </a:lvl7pPr>
            <a:lvl8pPr lvl="7" algn="l">
              <a:lnSpc>
                <a:spcPct val="110000"/>
              </a:lnSpc>
              <a:spcBef>
                <a:spcPts val="0"/>
              </a:spcBef>
              <a:spcAft>
                <a:spcPts val="0"/>
              </a:spcAft>
              <a:buSzPts val="800"/>
              <a:buNone/>
              <a:defRPr sz="800"/>
            </a:lvl8pPr>
            <a:lvl9pPr lvl="8" algn="l">
              <a:lnSpc>
                <a:spcPct val="110000"/>
              </a:lnSpc>
              <a:spcBef>
                <a:spcPts val="0"/>
              </a:spcBef>
              <a:spcAft>
                <a:spcPts val="0"/>
              </a:spcAft>
              <a:buSzPts val="800"/>
              <a:buNone/>
              <a:defRPr sz="800"/>
            </a:lvl9pPr>
          </a:lstStyle>
          <a:p/>
        </p:txBody>
      </p:sp>
      <p:sp>
        <p:nvSpPr>
          <p:cNvPr id="221" name="Google Shape;221;p24"/>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22" name="Google Shape;222;p24"/>
          <p:cNvSpPr txBox="1"/>
          <p:nvPr>
            <p:ph idx="19"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23" name="Google Shape;223;p24"/>
          <p:cNvSpPr txBox="1"/>
          <p:nvPr>
            <p:ph idx="20"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24" name="Google Shape;224;p24"/>
          <p:cNvSpPr txBox="1"/>
          <p:nvPr>
            <p:ph idx="21" type="title"/>
          </p:nvPr>
        </p:nvSpPr>
        <p:spPr>
          <a:xfrm>
            <a:off x="283850" y="285900"/>
            <a:ext cx="2055600" cy="12696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a:lvl1pPr>
            <a:lvl2pPr lvl="1" algn="l">
              <a:lnSpc>
                <a:spcPct val="85000"/>
              </a:lnSpc>
              <a:spcBef>
                <a:spcPts val="0"/>
              </a:spcBef>
              <a:spcAft>
                <a:spcPts val="0"/>
              </a:spcAft>
              <a:buSzPts val="3600"/>
              <a:buNone/>
              <a:defRPr/>
            </a:lvl2pPr>
            <a:lvl3pPr lvl="2" algn="l">
              <a:lnSpc>
                <a:spcPct val="85000"/>
              </a:lnSpc>
              <a:spcBef>
                <a:spcPts val="0"/>
              </a:spcBef>
              <a:spcAft>
                <a:spcPts val="0"/>
              </a:spcAft>
              <a:buSzPts val="3600"/>
              <a:buNone/>
              <a:defRPr/>
            </a:lvl3pPr>
            <a:lvl4pPr lvl="3" algn="l">
              <a:lnSpc>
                <a:spcPct val="85000"/>
              </a:lnSpc>
              <a:spcBef>
                <a:spcPts val="0"/>
              </a:spcBef>
              <a:spcAft>
                <a:spcPts val="0"/>
              </a:spcAft>
              <a:buSzPts val="3600"/>
              <a:buNone/>
              <a:defRPr/>
            </a:lvl4pPr>
            <a:lvl5pPr lvl="4" algn="l">
              <a:lnSpc>
                <a:spcPct val="85000"/>
              </a:lnSpc>
              <a:spcBef>
                <a:spcPts val="0"/>
              </a:spcBef>
              <a:spcAft>
                <a:spcPts val="0"/>
              </a:spcAft>
              <a:buSzPts val="3600"/>
              <a:buNone/>
              <a:defRPr/>
            </a:lvl5pPr>
            <a:lvl6pPr lvl="5" algn="l">
              <a:lnSpc>
                <a:spcPct val="85000"/>
              </a:lnSpc>
              <a:spcBef>
                <a:spcPts val="0"/>
              </a:spcBef>
              <a:spcAft>
                <a:spcPts val="0"/>
              </a:spcAft>
              <a:buSzPts val="3600"/>
              <a:buNone/>
              <a:defRPr/>
            </a:lvl6pPr>
            <a:lvl7pPr lvl="6" algn="l">
              <a:lnSpc>
                <a:spcPct val="85000"/>
              </a:lnSpc>
              <a:spcBef>
                <a:spcPts val="0"/>
              </a:spcBef>
              <a:spcAft>
                <a:spcPts val="0"/>
              </a:spcAft>
              <a:buSzPts val="3600"/>
              <a:buNone/>
              <a:defRPr/>
            </a:lvl7pPr>
            <a:lvl8pPr lvl="7" algn="l">
              <a:lnSpc>
                <a:spcPct val="85000"/>
              </a:lnSpc>
              <a:spcBef>
                <a:spcPts val="0"/>
              </a:spcBef>
              <a:spcAft>
                <a:spcPts val="0"/>
              </a:spcAft>
              <a:buSzPts val="3600"/>
              <a:buNone/>
              <a:defRPr/>
            </a:lvl8pPr>
            <a:lvl9pPr lvl="8" algn="l">
              <a:lnSpc>
                <a:spcPct val="85000"/>
              </a:lnSpc>
              <a:spcBef>
                <a:spcPts val="0"/>
              </a:spcBef>
              <a:spcAft>
                <a:spcPts val="0"/>
              </a:spcAft>
              <a:buSzPts val="36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25" name="Shape 225"/>
        <p:cNvGrpSpPr/>
        <p:nvPr/>
      </p:nvGrpSpPr>
      <p:grpSpPr>
        <a:xfrm>
          <a:off x="0" y="0"/>
          <a:ext cx="0" cy="0"/>
          <a:chOff x="0" y="0"/>
          <a:chExt cx="0" cy="0"/>
        </a:xfrm>
      </p:grpSpPr>
      <p:sp>
        <p:nvSpPr>
          <p:cNvPr id="226" name="Google Shape;226;p25"/>
          <p:cNvSpPr txBox="1"/>
          <p:nvPr>
            <p:ph type="title"/>
          </p:nvPr>
        </p:nvSpPr>
        <p:spPr>
          <a:xfrm>
            <a:off x="1049249" y="20306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11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27" name="Google Shape;227;p25"/>
          <p:cNvSpPr txBox="1"/>
          <p:nvPr>
            <p:ph idx="1" type="body"/>
          </p:nvPr>
        </p:nvSpPr>
        <p:spPr>
          <a:xfrm>
            <a:off x="1049250" y="23968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28" name="Google Shape;228;p25"/>
          <p:cNvSpPr txBox="1"/>
          <p:nvPr>
            <p:ph idx="2" type="title"/>
          </p:nvPr>
        </p:nvSpPr>
        <p:spPr>
          <a:xfrm>
            <a:off x="1049249" y="35753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29" name="Google Shape;229;p25"/>
          <p:cNvSpPr txBox="1"/>
          <p:nvPr>
            <p:ph idx="3" type="body"/>
          </p:nvPr>
        </p:nvSpPr>
        <p:spPr>
          <a:xfrm>
            <a:off x="1049250" y="39415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30" name="Google Shape;230;p25"/>
          <p:cNvSpPr txBox="1"/>
          <p:nvPr>
            <p:ph idx="4" type="title"/>
          </p:nvPr>
        </p:nvSpPr>
        <p:spPr>
          <a:xfrm>
            <a:off x="3950249" y="20306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31" name="Google Shape;231;p25"/>
          <p:cNvSpPr txBox="1"/>
          <p:nvPr>
            <p:ph idx="5" type="body"/>
          </p:nvPr>
        </p:nvSpPr>
        <p:spPr>
          <a:xfrm>
            <a:off x="3950250" y="23968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32" name="Google Shape;232;p25"/>
          <p:cNvSpPr txBox="1"/>
          <p:nvPr>
            <p:ph idx="6" type="title"/>
          </p:nvPr>
        </p:nvSpPr>
        <p:spPr>
          <a:xfrm>
            <a:off x="3950249" y="35753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33" name="Google Shape;233;p25"/>
          <p:cNvSpPr txBox="1"/>
          <p:nvPr>
            <p:ph idx="7" type="body"/>
          </p:nvPr>
        </p:nvSpPr>
        <p:spPr>
          <a:xfrm>
            <a:off x="3950250" y="39415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34" name="Google Shape;234;p25"/>
          <p:cNvSpPr txBox="1"/>
          <p:nvPr>
            <p:ph idx="8" type="title"/>
          </p:nvPr>
        </p:nvSpPr>
        <p:spPr>
          <a:xfrm>
            <a:off x="6851249" y="20306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35" name="Google Shape;235;p25"/>
          <p:cNvSpPr txBox="1"/>
          <p:nvPr>
            <p:ph idx="9" type="body"/>
          </p:nvPr>
        </p:nvSpPr>
        <p:spPr>
          <a:xfrm>
            <a:off x="6851250" y="23968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36" name="Google Shape;236;p25"/>
          <p:cNvSpPr txBox="1"/>
          <p:nvPr>
            <p:ph idx="13" type="title"/>
          </p:nvPr>
        </p:nvSpPr>
        <p:spPr>
          <a:xfrm>
            <a:off x="6851249" y="35753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37" name="Google Shape;237;p25"/>
          <p:cNvSpPr txBox="1"/>
          <p:nvPr>
            <p:ph idx="14" type="body"/>
          </p:nvPr>
        </p:nvSpPr>
        <p:spPr>
          <a:xfrm>
            <a:off x="6851250" y="39415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38" name="Google Shape;238;p25"/>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25"/>
          <p:cNvSpPr txBox="1"/>
          <p:nvPr>
            <p:ph idx="15" type="title"/>
          </p:nvPr>
        </p:nvSpPr>
        <p:spPr>
          <a:xfrm>
            <a:off x="283850" y="285900"/>
            <a:ext cx="8571900" cy="8163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a:lvl1pPr>
            <a:lvl2pPr lvl="1" algn="l">
              <a:lnSpc>
                <a:spcPct val="85000"/>
              </a:lnSpc>
              <a:spcBef>
                <a:spcPts val="0"/>
              </a:spcBef>
              <a:spcAft>
                <a:spcPts val="0"/>
              </a:spcAft>
              <a:buSzPts val="3600"/>
              <a:buNone/>
              <a:defRPr/>
            </a:lvl2pPr>
            <a:lvl3pPr lvl="2" algn="l">
              <a:lnSpc>
                <a:spcPct val="85000"/>
              </a:lnSpc>
              <a:spcBef>
                <a:spcPts val="0"/>
              </a:spcBef>
              <a:spcAft>
                <a:spcPts val="0"/>
              </a:spcAft>
              <a:buSzPts val="3600"/>
              <a:buNone/>
              <a:defRPr/>
            </a:lvl3pPr>
            <a:lvl4pPr lvl="3" algn="l">
              <a:lnSpc>
                <a:spcPct val="85000"/>
              </a:lnSpc>
              <a:spcBef>
                <a:spcPts val="0"/>
              </a:spcBef>
              <a:spcAft>
                <a:spcPts val="0"/>
              </a:spcAft>
              <a:buSzPts val="3600"/>
              <a:buNone/>
              <a:defRPr/>
            </a:lvl4pPr>
            <a:lvl5pPr lvl="4" algn="l">
              <a:lnSpc>
                <a:spcPct val="85000"/>
              </a:lnSpc>
              <a:spcBef>
                <a:spcPts val="0"/>
              </a:spcBef>
              <a:spcAft>
                <a:spcPts val="0"/>
              </a:spcAft>
              <a:buSzPts val="3600"/>
              <a:buNone/>
              <a:defRPr/>
            </a:lvl5pPr>
            <a:lvl6pPr lvl="5" algn="l">
              <a:lnSpc>
                <a:spcPct val="85000"/>
              </a:lnSpc>
              <a:spcBef>
                <a:spcPts val="0"/>
              </a:spcBef>
              <a:spcAft>
                <a:spcPts val="0"/>
              </a:spcAft>
              <a:buSzPts val="3600"/>
              <a:buNone/>
              <a:defRPr/>
            </a:lvl6pPr>
            <a:lvl7pPr lvl="6" algn="l">
              <a:lnSpc>
                <a:spcPct val="85000"/>
              </a:lnSpc>
              <a:spcBef>
                <a:spcPts val="0"/>
              </a:spcBef>
              <a:spcAft>
                <a:spcPts val="0"/>
              </a:spcAft>
              <a:buSzPts val="3600"/>
              <a:buNone/>
              <a:defRPr/>
            </a:lvl7pPr>
            <a:lvl8pPr lvl="7" algn="l">
              <a:lnSpc>
                <a:spcPct val="85000"/>
              </a:lnSpc>
              <a:spcBef>
                <a:spcPts val="0"/>
              </a:spcBef>
              <a:spcAft>
                <a:spcPts val="0"/>
              </a:spcAft>
              <a:buSzPts val="3600"/>
              <a:buNone/>
              <a:defRPr/>
            </a:lvl8pPr>
            <a:lvl9pPr lvl="8" algn="l">
              <a:lnSpc>
                <a:spcPct val="85000"/>
              </a:lnSpc>
              <a:spcBef>
                <a:spcPts val="0"/>
              </a:spcBef>
              <a:spcAft>
                <a:spcPts val="0"/>
              </a:spcAft>
              <a:buSzPts val="3600"/>
              <a:buNone/>
              <a:defRPr/>
            </a:lvl9pPr>
          </a:lstStyle>
          <a:p/>
        </p:txBody>
      </p:sp>
      <p:sp>
        <p:nvSpPr>
          <p:cNvPr id="240" name="Google Shape;240;p25"/>
          <p:cNvSpPr/>
          <p:nvPr>
            <p:ph idx="16" type="pic"/>
          </p:nvPr>
        </p:nvSpPr>
        <p:spPr>
          <a:xfrm>
            <a:off x="290325" y="1862825"/>
            <a:ext cx="663000" cy="1271100"/>
          </a:xfrm>
          <a:prstGeom prst="rect">
            <a:avLst/>
          </a:prstGeom>
          <a:noFill/>
          <a:ln>
            <a:noFill/>
          </a:ln>
        </p:spPr>
      </p:sp>
      <p:sp>
        <p:nvSpPr>
          <p:cNvPr id="241" name="Google Shape;241;p25"/>
          <p:cNvSpPr/>
          <p:nvPr>
            <p:ph idx="17" type="pic"/>
          </p:nvPr>
        </p:nvSpPr>
        <p:spPr>
          <a:xfrm>
            <a:off x="290325" y="3407525"/>
            <a:ext cx="663000" cy="1271100"/>
          </a:xfrm>
          <a:prstGeom prst="rect">
            <a:avLst/>
          </a:prstGeom>
          <a:noFill/>
          <a:ln>
            <a:noFill/>
          </a:ln>
        </p:spPr>
      </p:sp>
      <p:sp>
        <p:nvSpPr>
          <p:cNvPr id="242" name="Google Shape;242;p25"/>
          <p:cNvSpPr/>
          <p:nvPr>
            <p:ph idx="18" type="pic"/>
          </p:nvPr>
        </p:nvSpPr>
        <p:spPr>
          <a:xfrm>
            <a:off x="3191325" y="1862825"/>
            <a:ext cx="663000" cy="1271100"/>
          </a:xfrm>
          <a:prstGeom prst="rect">
            <a:avLst/>
          </a:prstGeom>
          <a:noFill/>
          <a:ln>
            <a:noFill/>
          </a:ln>
        </p:spPr>
      </p:sp>
      <p:sp>
        <p:nvSpPr>
          <p:cNvPr id="243" name="Google Shape;243;p25"/>
          <p:cNvSpPr/>
          <p:nvPr>
            <p:ph idx="19" type="pic"/>
          </p:nvPr>
        </p:nvSpPr>
        <p:spPr>
          <a:xfrm>
            <a:off x="3191325" y="3407525"/>
            <a:ext cx="663000" cy="1271100"/>
          </a:xfrm>
          <a:prstGeom prst="rect">
            <a:avLst/>
          </a:prstGeom>
          <a:noFill/>
          <a:ln>
            <a:noFill/>
          </a:ln>
        </p:spPr>
      </p:sp>
      <p:sp>
        <p:nvSpPr>
          <p:cNvPr id="244" name="Google Shape;244;p25"/>
          <p:cNvSpPr/>
          <p:nvPr>
            <p:ph idx="20" type="pic"/>
          </p:nvPr>
        </p:nvSpPr>
        <p:spPr>
          <a:xfrm>
            <a:off x="6092325" y="1862825"/>
            <a:ext cx="663000" cy="1271100"/>
          </a:xfrm>
          <a:prstGeom prst="rect">
            <a:avLst/>
          </a:prstGeom>
          <a:noFill/>
          <a:ln>
            <a:noFill/>
          </a:ln>
        </p:spPr>
      </p:sp>
      <p:sp>
        <p:nvSpPr>
          <p:cNvPr id="245" name="Google Shape;245;p25"/>
          <p:cNvSpPr/>
          <p:nvPr>
            <p:ph idx="21" type="pic"/>
          </p:nvPr>
        </p:nvSpPr>
        <p:spPr>
          <a:xfrm>
            <a:off x="6092325" y="3407525"/>
            <a:ext cx="663000" cy="1271100"/>
          </a:xfrm>
          <a:prstGeom prst="rect">
            <a:avLst/>
          </a:prstGeom>
          <a:noFill/>
          <a:ln>
            <a:noFill/>
          </a:ln>
        </p:spPr>
      </p:sp>
      <p:sp>
        <p:nvSpPr>
          <p:cNvPr id="246" name="Google Shape;246;p25"/>
          <p:cNvSpPr txBox="1"/>
          <p:nvPr>
            <p:ph idx="2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47" name="Google Shape;247;p25"/>
          <p:cNvSpPr txBox="1"/>
          <p:nvPr>
            <p:ph idx="2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48" name="Shape 248"/>
        <p:cNvGrpSpPr/>
        <p:nvPr/>
      </p:nvGrpSpPr>
      <p:grpSpPr>
        <a:xfrm>
          <a:off x="0" y="0"/>
          <a:ext cx="0" cy="0"/>
          <a:chOff x="0" y="0"/>
          <a:chExt cx="0" cy="0"/>
        </a:xfrm>
      </p:grpSpPr>
      <p:sp>
        <p:nvSpPr>
          <p:cNvPr id="249" name="Google Shape;249;p26"/>
          <p:cNvSpPr/>
          <p:nvPr>
            <p:ph idx="2" type="pic"/>
          </p:nvPr>
        </p:nvSpPr>
        <p:spPr>
          <a:xfrm>
            <a:off x="3186000" y="3242875"/>
            <a:ext cx="2798100" cy="1440600"/>
          </a:xfrm>
          <a:prstGeom prst="rect">
            <a:avLst/>
          </a:prstGeom>
          <a:noFill/>
          <a:ln>
            <a:noFill/>
          </a:ln>
        </p:spPr>
      </p:sp>
      <p:sp>
        <p:nvSpPr>
          <p:cNvPr id="250" name="Google Shape;250;p26"/>
          <p:cNvSpPr/>
          <p:nvPr>
            <p:ph idx="3" type="pic"/>
          </p:nvPr>
        </p:nvSpPr>
        <p:spPr>
          <a:xfrm>
            <a:off x="5984100" y="3242875"/>
            <a:ext cx="1440600" cy="1440600"/>
          </a:xfrm>
          <a:prstGeom prst="rect">
            <a:avLst/>
          </a:prstGeom>
          <a:noFill/>
          <a:ln>
            <a:noFill/>
          </a:ln>
        </p:spPr>
      </p:sp>
      <p:sp>
        <p:nvSpPr>
          <p:cNvPr id="251" name="Google Shape;251;p26"/>
          <p:cNvSpPr/>
          <p:nvPr>
            <p:ph idx="4" type="pic"/>
          </p:nvPr>
        </p:nvSpPr>
        <p:spPr>
          <a:xfrm>
            <a:off x="7412150" y="1440350"/>
            <a:ext cx="1441500" cy="3243000"/>
          </a:xfrm>
          <a:prstGeom prst="rect">
            <a:avLst/>
          </a:prstGeom>
          <a:noFill/>
          <a:ln>
            <a:noFill/>
          </a:ln>
        </p:spPr>
      </p:sp>
      <p:sp>
        <p:nvSpPr>
          <p:cNvPr id="252" name="Google Shape;252;p26"/>
          <p:cNvSpPr/>
          <p:nvPr>
            <p:ph idx="5" type="pic"/>
          </p:nvPr>
        </p:nvSpPr>
        <p:spPr>
          <a:xfrm>
            <a:off x="7412150" y="0"/>
            <a:ext cx="1441500" cy="1440600"/>
          </a:xfrm>
          <a:prstGeom prst="rect">
            <a:avLst/>
          </a:prstGeom>
          <a:noFill/>
          <a:ln>
            <a:noFill/>
          </a:ln>
        </p:spPr>
      </p:sp>
      <p:sp>
        <p:nvSpPr>
          <p:cNvPr id="253" name="Google Shape;253;p26"/>
          <p:cNvSpPr/>
          <p:nvPr>
            <p:ph idx="6" type="pic"/>
          </p:nvPr>
        </p:nvSpPr>
        <p:spPr>
          <a:xfrm>
            <a:off x="3184850" y="0"/>
            <a:ext cx="4227300" cy="3243000"/>
          </a:xfrm>
          <a:prstGeom prst="rect">
            <a:avLst/>
          </a:prstGeom>
          <a:noFill/>
          <a:ln>
            <a:noFill/>
          </a:ln>
        </p:spPr>
      </p:sp>
      <p:sp>
        <p:nvSpPr>
          <p:cNvPr id="254" name="Google Shape;254;p26"/>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55" name="Google Shape;255;p26"/>
          <p:cNvSpPr txBox="1"/>
          <p:nvPr>
            <p:ph idx="7"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26"/>
          <p:cNvSpPr txBox="1"/>
          <p:nvPr>
            <p:ph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57" name="Google Shape;257;p26"/>
          <p:cNvSpPr txBox="1"/>
          <p:nvPr>
            <p:ph idx="8"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58" name="Google Shape;258;p26"/>
          <p:cNvSpPr txBox="1"/>
          <p:nvPr>
            <p:ph idx="9" type="title"/>
          </p:nvPr>
        </p:nvSpPr>
        <p:spPr>
          <a:xfrm>
            <a:off x="283850" y="285900"/>
            <a:ext cx="2773200" cy="8163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000"/>
              <a:buNone/>
              <a:defRPr sz="3000">
                <a:solidFill>
                  <a:schemeClr val="dk1"/>
                </a:solidFill>
              </a:defRPr>
            </a:lvl1pPr>
            <a:lvl2pPr lvl="1" algn="l">
              <a:lnSpc>
                <a:spcPct val="85000"/>
              </a:lnSpc>
              <a:spcBef>
                <a:spcPts val="0"/>
              </a:spcBef>
              <a:spcAft>
                <a:spcPts val="0"/>
              </a:spcAft>
              <a:buSzPts val="3000"/>
              <a:buNone/>
              <a:defRPr sz="3000">
                <a:solidFill>
                  <a:schemeClr val="dk1"/>
                </a:solidFill>
              </a:defRPr>
            </a:lvl2pPr>
            <a:lvl3pPr lvl="2" algn="l">
              <a:lnSpc>
                <a:spcPct val="85000"/>
              </a:lnSpc>
              <a:spcBef>
                <a:spcPts val="0"/>
              </a:spcBef>
              <a:spcAft>
                <a:spcPts val="0"/>
              </a:spcAft>
              <a:buSzPts val="3000"/>
              <a:buNone/>
              <a:defRPr sz="3000">
                <a:solidFill>
                  <a:schemeClr val="dk1"/>
                </a:solidFill>
              </a:defRPr>
            </a:lvl3pPr>
            <a:lvl4pPr lvl="3" algn="l">
              <a:lnSpc>
                <a:spcPct val="85000"/>
              </a:lnSpc>
              <a:spcBef>
                <a:spcPts val="0"/>
              </a:spcBef>
              <a:spcAft>
                <a:spcPts val="0"/>
              </a:spcAft>
              <a:buSzPts val="3000"/>
              <a:buNone/>
              <a:defRPr sz="3000">
                <a:solidFill>
                  <a:schemeClr val="dk1"/>
                </a:solidFill>
              </a:defRPr>
            </a:lvl4pPr>
            <a:lvl5pPr lvl="4" algn="l">
              <a:lnSpc>
                <a:spcPct val="85000"/>
              </a:lnSpc>
              <a:spcBef>
                <a:spcPts val="0"/>
              </a:spcBef>
              <a:spcAft>
                <a:spcPts val="0"/>
              </a:spcAft>
              <a:buSzPts val="3000"/>
              <a:buNone/>
              <a:defRPr sz="3000">
                <a:solidFill>
                  <a:schemeClr val="dk1"/>
                </a:solidFill>
              </a:defRPr>
            </a:lvl5pPr>
            <a:lvl6pPr lvl="5" algn="l">
              <a:lnSpc>
                <a:spcPct val="85000"/>
              </a:lnSpc>
              <a:spcBef>
                <a:spcPts val="0"/>
              </a:spcBef>
              <a:spcAft>
                <a:spcPts val="0"/>
              </a:spcAft>
              <a:buSzPts val="3000"/>
              <a:buNone/>
              <a:defRPr sz="3000">
                <a:solidFill>
                  <a:schemeClr val="dk1"/>
                </a:solidFill>
              </a:defRPr>
            </a:lvl6pPr>
            <a:lvl7pPr lvl="6" algn="l">
              <a:lnSpc>
                <a:spcPct val="85000"/>
              </a:lnSpc>
              <a:spcBef>
                <a:spcPts val="0"/>
              </a:spcBef>
              <a:spcAft>
                <a:spcPts val="0"/>
              </a:spcAft>
              <a:buSzPts val="3000"/>
              <a:buNone/>
              <a:defRPr sz="3000">
                <a:solidFill>
                  <a:schemeClr val="dk1"/>
                </a:solidFill>
              </a:defRPr>
            </a:lvl7pPr>
            <a:lvl8pPr lvl="7" algn="l">
              <a:lnSpc>
                <a:spcPct val="85000"/>
              </a:lnSpc>
              <a:spcBef>
                <a:spcPts val="0"/>
              </a:spcBef>
              <a:spcAft>
                <a:spcPts val="0"/>
              </a:spcAft>
              <a:buSzPts val="3000"/>
              <a:buNone/>
              <a:defRPr sz="3000">
                <a:solidFill>
                  <a:schemeClr val="dk1"/>
                </a:solidFill>
              </a:defRPr>
            </a:lvl8pPr>
            <a:lvl9pPr lvl="8" algn="l">
              <a:lnSpc>
                <a:spcPct val="85000"/>
              </a:lnSpc>
              <a:spcBef>
                <a:spcPts val="0"/>
              </a:spcBef>
              <a:spcAft>
                <a:spcPts val="0"/>
              </a:spcAft>
              <a:buSzPts val="3000"/>
              <a:buNone/>
              <a:defRPr sz="3000">
                <a:solidFill>
                  <a:schemeClr val="dk1"/>
                </a:solidFill>
              </a:defRPr>
            </a:lvl9pPr>
          </a:lstStyle>
          <a:p/>
        </p:txBody>
      </p:sp>
      <p:sp>
        <p:nvSpPr>
          <p:cNvPr id="259" name="Google Shape;259;p26"/>
          <p:cNvSpPr txBox="1"/>
          <p:nvPr>
            <p:ph idx="1" type="body"/>
          </p:nvPr>
        </p:nvSpPr>
        <p:spPr>
          <a:xfrm>
            <a:off x="283850" y="2636275"/>
            <a:ext cx="2767200" cy="20463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0" name="Shape 260"/>
        <p:cNvGrpSpPr/>
        <p:nvPr/>
      </p:nvGrpSpPr>
      <p:grpSpPr>
        <a:xfrm>
          <a:off x="0" y="0"/>
          <a:ext cx="0" cy="0"/>
          <a:chOff x="0" y="0"/>
          <a:chExt cx="0" cy="0"/>
        </a:xfrm>
      </p:grpSpPr>
      <p:sp>
        <p:nvSpPr>
          <p:cNvPr id="261" name="Google Shape;261;p27"/>
          <p:cNvSpPr txBox="1"/>
          <p:nvPr>
            <p:ph type="ctrTitle"/>
          </p:nvPr>
        </p:nvSpPr>
        <p:spPr>
          <a:xfrm>
            <a:off x="311708" y="744575"/>
            <a:ext cx="8520600" cy="20526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SzPts val="5200"/>
              <a:buNone/>
              <a:defRPr sz="5200"/>
            </a:lvl1pPr>
            <a:lvl2pPr lvl="1" algn="ctr">
              <a:lnSpc>
                <a:spcPct val="115000"/>
              </a:lnSpc>
              <a:spcBef>
                <a:spcPts val="0"/>
              </a:spcBef>
              <a:spcAft>
                <a:spcPts val="0"/>
              </a:spcAft>
              <a:buSzPts val="5200"/>
              <a:buNone/>
              <a:defRPr sz="5200"/>
            </a:lvl2pPr>
            <a:lvl3pPr lvl="2" algn="ctr">
              <a:lnSpc>
                <a:spcPct val="115000"/>
              </a:lnSpc>
              <a:spcBef>
                <a:spcPts val="0"/>
              </a:spcBef>
              <a:spcAft>
                <a:spcPts val="0"/>
              </a:spcAft>
              <a:buSzPts val="5200"/>
              <a:buNone/>
              <a:defRPr sz="5200"/>
            </a:lvl3pPr>
            <a:lvl4pPr lvl="3" algn="ctr">
              <a:lnSpc>
                <a:spcPct val="115000"/>
              </a:lnSpc>
              <a:spcBef>
                <a:spcPts val="0"/>
              </a:spcBef>
              <a:spcAft>
                <a:spcPts val="0"/>
              </a:spcAft>
              <a:buSzPts val="5200"/>
              <a:buNone/>
              <a:defRPr sz="5200"/>
            </a:lvl4pPr>
            <a:lvl5pPr lvl="4" algn="ctr">
              <a:lnSpc>
                <a:spcPct val="115000"/>
              </a:lnSpc>
              <a:spcBef>
                <a:spcPts val="0"/>
              </a:spcBef>
              <a:spcAft>
                <a:spcPts val="0"/>
              </a:spcAft>
              <a:buSzPts val="5200"/>
              <a:buNone/>
              <a:defRPr sz="5200"/>
            </a:lvl5pPr>
            <a:lvl6pPr lvl="5" algn="ctr">
              <a:lnSpc>
                <a:spcPct val="115000"/>
              </a:lnSpc>
              <a:spcBef>
                <a:spcPts val="0"/>
              </a:spcBef>
              <a:spcAft>
                <a:spcPts val="0"/>
              </a:spcAft>
              <a:buSzPts val="5200"/>
              <a:buNone/>
              <a:defRPr sz="5200"/>
            </a:lvl6pPr>
            <a:lvl7pPr lvl="6" algn="ctr">
              <a:lnSpc>
                <a:spcPct val="115000"/>
              </a:lnSpc>
              <a:spcBef>
                <a:spcPts val="0"/>
              </a:spcBef>
              <a:spcAft>
                <a:spcPts val="0"/>
              </a:spcAft>
              <a:buSzPts val="5200"/>
              <a:buNone/>
              <a:defRPr sz="5200"/>
            </a:lvl7pPr>
            <a:lvl8pPr lvl="7" algn="ctr">
              <a:lnSpc>
                <a:spcPct val="115000"/>
              </a:lnSpc>
              <a:spcBef>
                <a:spcPts val="0"/>
              </a:spcBef>
              <a:spcAft>
                <a:spcPts val="0"/>
              </a:spcAft>
              <a:buSzPts val="5200"/>
              <a:buNone/>
              <a:defRPr sz="5200"/>
            </a:lvl8pPr>
            <a:lvl9pPr lvl="8" algn="ctr">
              <a:lnSpc>
                <a:spcPct val="115000"/>
              </a:lnSpc>
              <a:spcBef>
                <a:spcPts val="0"/>
              </a:spcBef>
              <a:spcAft>
                <a:spcPts val="0"/>
              </a:spcAft>
              <a:buSzPts val="5200"/>
              <a:buNone/>
              <a:defRPr sz="5200"/>
            </a:lvl9pPr>
          </a:lstStyle>
          <a:p/>
        </p:txBody>
      </p:sp>
      <p:sp>
        <p:nvSpPr>
          <p:cNvPr id="262" name="Google Shape;262;p2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sz="28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3" name="Shape 263"/>
        <p:cNvGrpSpPr/>
        <p:nvPr/>
      </p:nvGrpSpPr>
      <p:grpSpPr>
        <a:xfrm>
          <a:off x="0" y="0"/>
          <a:ext cx="0" cy="0"/>
          <a:chOff x="0" y="0"/>
          <a:chExt cx="0" cy="0"/>
        </a:xfrm>
      </p:grpSpPr>
      <p:sp>
        <p:nvSpPr>
          <p:cNvPr id="264" name="Google Shape;264;p28"/>
          <p:cNvSpPr txBox="1"/>
          <p:nvPr>
            <p:ph type="title"/>
          </p:nvPr>
        </p:nvSpPr>
        <p:spPr>
          <a:xfrm>
            <a:off x="311700" y="2150850"/>
            <a:ext cx="8520600" cy="8418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SzPts val="3600"/>
              <a:buNone/>
              <a:defRPr sz="3600"/>
            </a:lvl1pPr>
            <a:lvl2pPr lvl="1" algn="ctr">
              <a:lnSpc>
                <a:spcPct val="115000"/>
              </a:lnSpc>
              <a:spcBef>
                <a:spcPts val="0"/>
              </a:spcBef>
              <a:spcAft>
                <a:spcPts val="0"/>
              </a:spcAft>
              <a:buSzPts val="3600"/>
              <a:buNone/>
              <a:defRPr sz="3600"/>
            </a:lvl2pPr>
            <a:lvl3pPr lvl="2" algn="ctr">
              <a:lnSpc>
                <a:spcPct val="115000"/>
              </a:lnSpc>
              <a:spcBef>
                <a:spcPts val="0"/>
              </a:spcBef>
              <a:spcAft>
                <a:spcPts val="0"/>
              </a:spcAft>
              <a:buSzPts val="3600"/>
              <a:buNone/>
              <a:defRPr sz="3600"/>
            </a:lvl3pPr>
            <a:lvl4pPr lvl="3" algn="ctr">
              <a:lnSpc>
                <a:spcPct val="115000"/>
              </a:lnSpc>
              <a:spcBef>
                <a:spcPts val="0"/>
              </a:spcBef>
              <a:spcAft>
                <a:spcPts val="0"/>
              </a:spcAft>
              <a:buSzPts val="3600"/>
              <a:buNone/>
              <a:defRPr sz="3600"/>
            </a:lvl4pPr>
            <a:lvl5pPr lvl="4" algn="ctr">
              <a:lnSpc>
                <a:spcPct val="115000"/>
              </a:lnSpc>
              <a:spcBef>
                <a:spcPts val="0"/>
              </a:spcBef>
              <a:spcAft>
                <a:spcPts val="0"/>
              </a:spcAft>
              <a:buSzPts val="3600"/>
              <a:buNone/>
              <a:defRPr sz="3600"/>
            </a:lvl5pPr>
            <a:lvl6pPr lvl="5" algn="ctr">
              <a:lnSpc>
                <a:spcPct val="115000"/>
              </a:lnSpc>
              <a:spcBef>
                <a:spcPts val="0"/>
              </a:spcBef>
              <a:spcAft>
                <a:spcPts val="0"/>
              </a:spcAft>
              <a:buSzPts val="3600"/>
              <a:buNone/>
              <a:defRPr sz="3600"/>
            </a:lvl6pPr>
            <a:lvl7pPr lvl="6" algn="ctr">
              <a:lnSpc>
                <a:spcPct val="115000"/>
              </a:lnSpc>
              <a:spcBef>
                <a:spcPts val="0"/>
              </a:spcBef>
              <a:spcAft>
                <a:spcPts val="0"/>
              </a:spcAft>
              <a:buSzPts val="3600"/>
              <a:buNone/>
              <a:defRPr sz="3600"/>
            </a:lvl7pPr>
            <a:lvl8pPr lvl="7" algn="ctr">
              <a:lnSpc>
                <a:spcPct val="115000"/>
              </a:lnSpc>
              <a:spcBef>
                <a:spcPts val="0"/>
              </a:spcBef>
              <a:spcAft>
                <a:spcPts val="0"/>
              </a:spcAft>
              <a:buSzPts val="3600"/>
              <a:buNone/>
              <a:defRPr sz="3600"/>
            </a:lvl8pPr>
            <a:lvl9pPr lvl="8" algn="ctr">
              <a:lnSpc>
                <a:spcPct val="115000"/>
              </a:lnSpc>
              <a:spcBef>
                <a:spcPts val="0"/>
              </a:spcBef>
              <a:spcAft>
                <a:spcPts val="0"/>
              </a:spcAft>
              <a:buSzPts val="3600"/>
              <a:buNone/>
              <a:defRPr sz="3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65" name="Shape 265"/>
        <p:cNvGrpSpPr/>
        <p:nvPr/>
      </p:nvGrpSpPr>
      <p:grpSpPr>
        <a:xfrm>
          <a:off x="0" y="0"/>
          <a:ext cx="0" cy="0"/>
          <a:chOff x="0" y="0"/>
          <a:chExt cx="0" cy="0"/>
        </a:xfrm>
      </p:grpSpPr>
      <p:sp>
        <p:nvSpPr>
          <p:cNvPr id="266" name="Google Shape;266;p29"/>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67" name="Google Shape;267;p2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268" name="Google Shape;268;p29"/>
          <p:cNvSpPr txBox="1"/>
          <p:nvPr>
            <p:ph idx="2" type="body"/>
          </p:nvPr>
        </p:nvSpPr>
        <p:spPr>
          <a:xfrm>
            <a:off x="4832400" y="1152475"/>
            <a:ext cx="3999900" cy="3416400"/>
          </a:xfrm>
          <a:prstGeom prst="rect">
            <a:avLst/>
          </a:prstGeom>
          <a:noFill/>
          <a:ln>
            <a:noFill/>
          </a:ln>
        </p:spPr>
        <p:txBody>
          <a:bodyPr anchorCtr="0" anchor="t" bIns="0" lIns="0" spcFirstLastPara="1" rIns="0" wrap="square" tIns="0">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71" name="Shape 271"/>
        <p:cNvGrpSpPr/>
        <p:nvPr/>
      </p:nvGrpSpPr>
      <p:grpSpPr>
        <a:xfrm>
          <a:off x="0" y="0"/>
          <a:ext cx="0" cy="0"/>
          <a:chOff x="0" y="0"/>
          <a:chExt cx="0" cy="0"/>
        </a:xfrm>
      </p:grpSpPr>
      <p:sp>
        <p:nvSpPr>
          <p:cNvPr id="272" name="Google Shape;272;p31"/>
          <p:cNvSpPr txBox="1"/>
          <p:nvPr>
            <p:ph type="title"/>
          </p:nvPr>
        </p:nvSpPr>
        <p:spPr>
          <a:xfrm>
            <a:off x="311700" y="555600"/>
            <a:ext cx="2808000" cy="7557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2400"/>
              <a:buNone/>
              <a:defRPr sz="2400"/>
            </a:lvl1pPr>
            <a:lvl2pPr lvl="1" algn="l">
              <a:lnSpc>
                <a:spcPct val="115000"/>
              </a:lnSpc>
              <a:spcBef>
                <a:spcPts val="0"/>
              </a:spcBef>
              <a:spcAft>
                <a:spcPts val="0"/>
              </a:spcAft>
              <a:buSzPts val="2400"/>
              <a:buNone/>
              <a:defRPr sz="2400"/>
            </a:lvl2pPr>
            <a:lvl3pPr lvl="2" algn="l">
              <a:lnSpc>
                <a:spcPct val="115000"/>
              </a:lnSpc>
              <a:spcBef>
                <a:spcPts val="0"/>
              </a:spcBef>
              <a:spcAft>
                <a:spcPts val="0"/>
              </a:spcAft>
              <a:buSzPts val="2400"/>
              <a:buNone/>
              <a:defRPr sz="2400"/>
            </a:lvl3pPr>
            <a:lvl4pPr lvl="3" algn="l">
              <a:lnSpc>
                <a:spcPct val="115000"/>
              </a:lnSpc>
              <a:spcBef>
                <a:spcPts val="0"/>
              </a:spcBef>
              <a:spcAft>
                <a:spcPts val="0"/>
              </a:spcAft>
              <a:buSzPts val="2400"/>
              <a:buNone/>
              <a:defRPr sz="2400"/>
            </a:lvl4pPr>
            <a:lvl5pPr lvl="4" algn="l">
              <a:lnSpc>
                <a:spcPct val="115000"/>
              </a:lnSpc>
              <a:spcBef>
                <a:spcPts val="0"/>
              </a:spcBef>
              <a:spcAft>
                <a:spcPts val="0"/>
              </a:spcAft>
              <a:buSzPts val="2400"/>
              <a:buNone/>
              <a:defRPr sz="2400"/>
            </a:lvl5pPr>
            <a:lvl6pPr lvl="5" algn="l">
              <a:lnSpc>
                <a:spcPct val="115000"/>
              </a:lnSpc>
              <a:spcBef>
                <a:spcPts val="0"/>
              </a:spcBef>
              <a:spcAft>
                <a:spcPts val="0"/>
              </a:spcAft>
              <a:buSzPts val="2400"/>
              <a:buNone/>
              <a:defRPr sz="2400"/>
            </a:lvl6pPr>
            <a:lvl7pPr lvl="6" algn="l">
              <a:lnSpc>
                <a:spcPct val="115000"/>
              </a:lnSpc>
              <a:spcBef>
                <a:spcPts val="0"/>
              </a:spcBef>
              <a:spcAft>
                <a:spcPts val="0"/>
              </a:spcAft>
              <a:buSzPts val="2400"/>
              <a:buNone/>
              <a:defRPr sz="2400"/>
            </a:lvl7pPr>
            <a:lvl8pPr lvl="7" algn="l">
              <a:lnSpc>
                <a:spcPct val="115000"/>
              </a:lnSpc>
              <a:spcBef>
                <a:spcPts val="0"/>
              </a:spcBef>
              <a:spcAft>
                <a:spcPts val="0"/>
              </a:spcAft>
              <a:buSzPts val="2400"/>
              <a:buNone/>
              <a:defRPr sz="2400"/>
            </a:lvl8pPr>
            <a:lvl9pPr lvl="8" algn="l">
              <a:lnSpc>
                <a:spcPct val="115000"/>
              </a:lnSpc>
              <a:spcBef>
                <a:spcPts val="0"/>
              </a:spcBef>
              <a:spcAft>
                <a:spcPts val="0"/>
              </a:spcAft>
              <a:buSzPts val="2400"/>
              <a:buNone/>
              <a:defRPr sz="2400"/>
            </a:lvl9pPr>
          </a:lstStyle>
          <a:p/>
        </p:txBody>
      </p:sp>
      <p:sp>
        <p:nvSpPr>
          <p:cNvPr id="273" name="Google Shape;273;p3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74" name="Shape 274"/>
        <p:cNvGrpSpPr/>
        <p:nvPr/>
      </p:nvGrpSpPr>
      <p:grpSpPr>
        <a:xfrm>
          <a:off x="0" y="0"/>
          <a:ext cx="0" cy="0"/>
          <a:chOff x="0" y="0"/>
          <a:chExt cx="0" cy="0"/>
        </a:xfrm>
      </p:grpSpPr>
      <p:sp>
        <p:nvSpPr>
          <p:cNvPr id="275" name="Google Shape;275;p32"/>
          <p:cNvSpPr txBox="1"/>
          <p:nvPr>
            <p:ph type="title"/>
          </p:nvPr>
        </p:nvSpPr>
        <p:spPr>
          <a:xfrm>
            <a:off x="490250" y="450150"/>
            <a:ext cx="6367800" cy="4090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4800"/>
              <a:buNone/>
              <a:defRPr sz="4800"/>
            </a:lvl1pPr>
            <a:lvl2pPr lvl="1" algn="l">
              <a:lnSpc>
                <a:spcPct val="115000"/>
              </a:lnSpc>
              <a:spcBef>
                <a:spcPts val="0"/>
              </a:spcBef>
              <a:spcAft>
                <a:spcPts val="0"/>
              </a:spcAft>
              <a:buSzPts val="4800"/>
              <a:buNone/>
              <a:defRPr sz="4800"/>
            </a:lvl2pPr>
            <a:lvl3pPr lvl="2" algn="l">
              <a:lnSpc>
                <a:spcPct val="115000"/>
              </a:lnSpc>
              <a:spcBef>
                <a:spcPts val="0"/>
              </a:spcBef>
              <a:spcAft>
                <a:spcPts val="0"/>
              </a:spcAft>
              <a:buSzPts val="4800"/>
              <a:buNone/>
              <a:defRPr sz="4800"/>
            </a:lvl3pPr>
            <a:lvl4pPr lvl="3" algn="l">
              <a:lnSpc>
                <a:spcPct val="115000"/>
              </a:lnSpc>
              <a:spcBef>
                <a:spcPts val="0"/>
              </a:spcBef>
              <a:spcAft>
                <a:spcPts val="0"/>
              </a:spcAft>
              <a:buSzPts val="4800"/>
              <a:buNone/>
              <a:defRPr sz="4800"/>
            </a:lvl4pPr>
            <a:lvl5pPr lvl="4" algn="l">
              <a:lnSpc>
                <a:spcPct val="115000"/>
              </a:lnSpc>
              <a:spcBef>
                <a:spcPts val="0"/>
              </a:spcBef>
              <a:spcAft>
                <a:spcPts val="0"/>
              </a:spcAft>
              <a:buSzPts val="4800"/>
              <a:buNone/>
              <a:defRPr sz="4800"/>
            </a:lvl5pPr>
            <a:lvl6pPr lvl="5" algn="l">
              <a:lnSpc>
                <a:spcPct val="115000"/>
              </a:lnSpc>
              <a:spcBef>
                <a:spcPts val="0"/>
              </a:spcBef>
              <a:spcAft>
                <a:spcPts val="0"/>
              </a:spcAft>
              <a:buSzPts val="4800"/>
              <a:buNone/>
              <a:defRPr sz="4800"/>
            </a:lvl6pPr>
            <a:lvl7pPr lvl="6" algn="l">
              <a:lnSpc>
                <a:spcPct val="115000"/>
              </a:lnSpc>
              <a:spcBef>
                <a:spcPts val="0"/>
              </a:spcBef>
              <a:spcAft>
                <a:spcPts val="0"/>
              </a:spcAft>
              <a:buSzPts val="4800"/>
              <a:buNone/>
              <a:defRPr sz="4800"/>
            </a:lvl7pPr>
            <a:lvl8pPr lvl="7" algn="l">
              <a:lnSpc>
                <a:spcPct val="115000"/>
              </a:lnSpc>
              <a:spcBef>
                <a:spcPts val="0"/>
              </a:spcBef>
              <a:spcAft>
                <a:spcPts val="0"/>
              </a:spcAft>
              <a:buSzPts val="4800"/>
              <a:buNone/>
              <a:defRPr sz="4800"/>
            </a:lvl8pPr>
            <a:lvl9pPr lvl="8" algn="l">
              <a:lnSpc>
                <a:spcPct val="115000"/>
              </a:lnSpc>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76" name="Shape 276"/>
        <p:cNvGrpSpPr/>
        <p:nvPr/>
      </p:nvGrpSpPr>
      <p:grpSpPr>
        <a:xfrm>
          <a:off x="0" y="0"/>
          <a:ext cx="0" cy="0"/>
          <a:chOff x="0" y="0"/>
          <a:chExt cx="0" cy="0"/>
        </a:xfrm>
      </p:grpSpPr>
      <p:sp>
        <p:nvSpPr>
          <p:cNvPr id="277" name="Google Shape;277;p33"/>
          <p:cNvSpPr txBox="1"/>
          <p:nvPr>
            <p:ph type="title"/>
          </p:nvPr>
        </p:nvSpPr>
        <p:spPr>
          <a:xfrm>
            <a:off x="265500" y="1233175"/>
            <a:ext cx="4045200" cy="14823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SzPts val="4200"/>
              <a:buNone/>
              <a:defRPr sz="4200"/>
            </a:lvl1pPr>
            <a:lvl2pPr lvl="1" algn="ctr">
              <a:lnSpc>
                <a:spcPct val="115000"/>
              </a:lnSpc>
              <a:spcBef>
                <a:spcPts val="0"/>
              </a:spcBef>
              <a:spcAft>
                <a:spcPts val="0"/>
              </a:spcAft>
              <a:buSzPts val="4200"/>
              <a:buNone/>
              <a:defRPr sz="4200"/>
            </a:lvl2pPr>
            <a:lvl3pPr lvl="2" algn="ctr">
              <a:lnSpc>
                <a:spcPct val="115000"/>
              </a:lnSpc>
              <a:spcBef>
                <a:spcPts val="0"/>
              </a:spcBef>
              <a:spcAft>
                <a:spcPts val="0"/>
              </a:spcAft>
              <a:buSzPts val="4200"/>
              <a:buNone/>
              <a:defRPr sz="4200"/>
            </a:lvl3pPr>
            <a:lvl4pPr lvl="3" algn="ctr">
              <a:lnSpc>
                <a:spcPct val="115000"/>
              </a:lnSpc>
              <a:spcBef>
                <a:spcPts val="0"/>
              </a:spcBef>
              <a:spcAft>
                <a:spcPts val="0"/>
              </a:spcAft>
              <a:buSzPts val="4200"/>
              <a:buNone/>
              <a:defRPr sz="4200"/>
            </a:lvl4pPr>
            <a:lvl5pPr lvl="4" algn="ctr">
              <a:lnSpc>
                <a:spcPct val="115000"/>
              </a:lnSpc>
              <a:spcBef>
                <a:spcPts val="0"/>
              </a:spcBef>
              <a:spcAft>
                <a:spcPts val="0"/>
              </a:spcAft>
              <a:buSzPts val="4200"/>
              <a:buNone/>
              <a:defRPr sz="4200"/>
            </a:lvl5pPr>
            <a:lvl6pPr lvl="5" algn="ctr">
              <a:lnSpc>
                <a:spcPct val="115000"/>
              </a:lnSpc>
              <a:spcBef>
                <a:spcPts val="0"/>
              </a:spcBef>
              <a:spcAft>
                <a:spcPts val="0"/>
              </a:spcAft>
              <a:buSzPts val="4200"/>
              <a:buNone/>
              <a:defRPr sz="4200"/>
            </a:lvl6pPr>
            <a:lvl7pPr lvl="6" algn="ctr">
              <a:lnSpc>
                <a:spcPct val="115000"/>
              </a:lnSpc>
              <a:spcBef>
                <a:spcPts val="0"/>
              </a:spcBef>
              <a:spcAft>
                <a:spcPts val="0"/>
              </a:spcAft>
              <a:buSzPts val="4200"/>
              <a:buNone/>
              <a:defRPr sz="4200"/>
            </a:lvl7pPr>
            <a:lvl8pPr lvl="7" algn="ctr">
              <a:lnSpc>
                <a:spcPct val="115000"/>
              </a:lnSpc>
              <a:spcBef>
                <a:spcPts val="0"/>
              </a:spcBef>
              <a:spcAft>
                <a:spcPts val="0"/>
              </a:spcAft>
              <a:buSzPts val="4200"/>
              <a:buNone/>
              <a:defRPr sz="4200"/>
            </a:lvl8pPr>
            <a:lvl9pPr lvl="8" algn="ctr">
              <a:lnSpc>
                <a:spcPct val="115000"/>
              </a:lnSpc>
              <a:spcBef>
                <a:spcPts val="0"/>
              </a:spcBef>
              <a:spcAft>
                <a:spcPts val="0"/>
              </a:spcAft>
              <a:buSzPts val="4200"/>
              <a:buNone/>
              <a:defRPr sz="4200"/>
            </a:lvl9pPr>
          </a:lstStyle>
          <a:p/>
        </p:txBody>
      </p:sp>
      <p:sp>
        <p:nvSpPr>
          <p:cNvPr id="278" name="Google Shape;278;p3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100"/>
              <a:buNone/>
              <a:defRPr sz="2100"/>
            </a:lvl1pPr>
            <a:lvl2pPr lvl="1" algn="ctr">
              <a:lnSpc>
                <a:spcPct val="115000"/>
              </a:lnSpc>
              <a:spcBef>
                <a:spcPts val="0"/>
              </a:spcBef>
              <a:spcAft>
                <a:spcPts val="0"/>
              </a:spcAft>
              <a:buSzPts val="2100"/>
              <a:buNone/>
              <a:defRPr sz="2100"/>
            </a:lvl2pPr>
            <a:lvl3pPr lvl="2" algn="ctr">
              <a:lnSpc>
                <a:spcPct val="115000"/>
              </a:lnSpc>
              <a:spcBef>
                <a:spcPts val="0"/>
              </a:spcBef>
              <a:spcAft>
                <a:spcPts val="0"/>
              </a:spcAft>
              <a:buSzPts val="2100"/>
              <a:buNone/>
              <a:defRPr sz="2100"/>
            </a:lvl3pPr>
            <a:lvl4pPr lvl="3" algn="ctr">
              <a:lnSpc>
                <a:spcPct val="115000"/>
              </a:lnSpc>
              <a:spcBef>
                <a:spcPts val="0"/>
              </a:spcBef>
              <a:spcAft>
                <a:spcPts val="0"/>
              </a:spcAft>
              <a:buSzPts val="2100"/>
              <a:buNone/>
              <a:defRPr sz="2100"/>
            </a:lvl4pPr>
            <a:lvl5pPr lvl="4" algn="ctr">
              <a:lnSpc>
                <a:spcPct val="115000"/>
              </a:lnSpc>
              <a:spcBef>
                <a:spcPts val="0"/>
              </a:spcBef>
              <a:spcAft>
                <a:spcPts val="0"/>
              </a:spcAft>
              <a:buSzPts val="2100"/>
              <a:buNone/>
              <a:defRPr sz="2100"/>
            </a:lvl5pPr>
            <a:lvl6pPr lvl="5" algn="ctr">
              <a:lnSpc>
                <a:spcPct val="115000"/>
              </a:lnSpc>
              <a:spcBef>
                <a:spcPts val="0"/>
              </a:spcBef>
              <a:spcAft>
                <a:spcPts val="0"/>
              </a:spcAft>
              <a:buSzPts val="2100"/>
              <a:buNone/>
              <a:defRPr sz="2100"/>
            </a:lvl6pPr>
            <a:lvl7pPr lvl="6" algn="ctr">
              <a:lnSpc>
                <a:spcPct val="115000"/>
              </a:lnSpc>
              <a:spcBef>
                <a:spcPts val="0"/>
              </a:spcBef>
              <a:spcAft>
                <a:spcPts val="0"/>
              </a:spcAft>
              <a:buSzPts val="2100"/>
              <a:buNone/>
              <a:defRPr sz="2100"/>
            </a:lvl7pPr>
            <a:lvl8pPr lvl="7" algn="ctr">
              <a:lnSpc>
                <a:spcPct val="115000"/>
              </a:lnSpc>
              <a:spcBef>
                <a:spcPts val="0"/>
              </a:spcBef>
              <a:spcAft>
                <a:spcPts val="0"/>
              </a:spcAft>
              <a:buSzPts val="2100"/>
              <a:buNone/>
              <a:defRPr sz="2100"/>
            </a:lvl8pPr>
            <a:lvl9pPr lvl="8" algn="ctr">
              <a:lnSpc>
                <a:spcPct val="115000"/>
              </a:lnSpc>
              <a:spcBef>
                <a:spcPts val="0"/>
              </a:spcBef>
              <a:spcAft>
                <a:spcPts val="0"/>
              </a:spcAft>
              <a:buSzPts val="2100"/>
              <a:buNone/>
              <a:defRPr sz="2100"/>
            </a:lvl9pPr>
          </a:lstStyle>
          <a:p/>
        </p:txBody>
      </p:sp>
      <p:sp>
        <p:nvSpPr>
          <p:cNvPr id="279" name="Google Shape;279;p3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80" name="Shape 280"/>
        <p:cNvGrpSpPr/>
        <p:nvPr/>
      </p:nvGrpSpPr>
      <p:grpSpPr>
        <a:xfrm>
          <a:off x="0" y="0"/>
          <a:ext cx="0" cy="0"/>
          <a:chOff x="0" y="0"/>
          <a:chExt cx="0" cy="0"/>
        </a:xfrm>
      </p:grpSpPr>
      <p:sp>
        <p:nvSpPr>
          <p:cNvPr id="281" name="Google Shape;281;p3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15000"/>
              </a:lnSpc>
              <a:spcBef>
                <a:spcPts val="0"/>
              </a:spcBef>
              <a:spcAft>
                <a:spcPts val="0"/>
              </a:spcAft>
              <a:buSzPts val="1200"/>
              <a:buNone/>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82" name="Shape 282"/>
        <p:cNvGrpSpPr/>
        <p:nvPr/>
      </p:nvGrpSpPr>
      <p:grpSpPr>
        <a:xfrm>
          <a:off x="0" y="0"/>
          <a:ext cx="0" cy="0"/>
          <a:chOff x="0" y="0"/>
          <a:chExt cx="0" cy="0"/>
        </a:xfrm>
      </p:grpSpPr>
      <p:sp>
        <p:nvSpPr>
          <p:cNvPr id="283" name="Google Shape;283;p35"/>
          <p:cNvSpPr txBox="1"/>
          <p:nvPr>
            <p:ph type="title"/>
          </p:nvPr>
        </p:nvSpPr>
        <p:spPr>
          <a:xfrm>
            <a:off x="311700" y="1106125"/>
            <a:ext cx="8520600" cy="19635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SzPts val="12000"/>
              <a:buNone/>
              <a:defRPr sz="12000"/>
            </a:lvl1pPr>
            <a:lvl2pPr lvl="1" algn="ctr">
              <a:lnSpc>
                <a:spcPct val="115000"/>
              </a:lnSpc>
              <a:spcBef>
                <a:spcPts val="0"/>
              </a:spcBef>
              <a:spcAft>
                <a:spcPts val="0"/>
              </a:spcAft>
              <a:buSzPts val="12000"/>
              <a:buNone/>
              <a:defRPr sz="12000"/>
            </a:lvl2pPr>
            <a:lvl3pPr lvl="2" algn="ctr">
              <a:lnSpc>
                <a:spcPct val="115000"/>
              </a:lnSpc>
              <a:spcBef>
                <a:spcPts val="0"/>
              </a:spcBef>
              <a:spcAft>
                <a:spcPts val="0"/>
              </a:spcAft>
              <a:buSzPts val="12000"/>
              <a:buNone/>
              <a:defRPr sz="12000"/>
            </a:lvl3pPr>
            <a:lvl4pPr lvl="3" algn="ctr">
              <a:lnSpc>
                <a:spcPct val="115000"/>
              </a:lnSpc>
              <a:spcBef>
                <a:spcPts val="0"/>
              </a:spcBef>
              <a:spcAft>
                <a:spcPts val="0"/>
              </a:spcAft>
              <a:buSzPts val="12000"/>
              <a:buNone/>
              <a:defRPr sz="12000"/>
            </a:lvl4pPr>
            <a:lvl5pPr lvl="4" algn="ctr">
              <a:lnSpc>
                <a:spcPct val="115000"/>
              </a:lnSpc>
              <a:spcBef>
                <a:spcPts val="0"/>
              </a:spcBef>
              <a:spcAft>
                <a:spcPts val="0"/>
              </a:spcAft>
              <a:buSzPts val="12000"/>
              <a:buNone/>
              <a:defRPr sz="12000"/>
            </a:lvl5pPr>
            <a:lvl6pPr lvl="5" algn="ctr">
              <a:lnSpc>
                <a:spcPct val="115000"/>
              </a:lnSpc>
              <a:spcBef>
                <a:spcPts val="0"/>
              </a:spcBef>
              <a:spcAft>
                <a:spcPts val="0"/>
              </a:spcAft>
              <a:buSzPts val="12000"/>
              <a:buNone/>
              <a:defRPr sz="12000"/>
            </a:lvl6pPr>
            <a:lvl7pPr lvl="6" algn="ctr">
              <a:lnSpc>
                <a:spcPct val="115000"/>
              </a:lnSpc>
              <a:spcBef>
                <a:spcPts val="0"/>
              </a:spcBef>
              <a:spcAft>
                <a:spcPts val="0"/>
              </a:spcAft>
              <a:buSzPts val="12000"/>
              <a:buNone/>
              <a:defRPr sz="12000"/>
            </a:lvl7pPr>
            <a:lvl8pPr lvl="7" algn="ctr">
              <a:lnSpc>
                <a:spcPct val="115000"/>
              </a:lnSpc>
              <a:spcBef>
                <a:spcPts val="0"/>
              </a:spcBef>
              <a:spcAft>
                <a:spcPts val="0"/>
              </a:spcAft>
              <a:buSzPts val="12000"/>
              <a:buNone/>
              <a:defRPr sz="12000"/>
            </a:lvl8pPr>
            <a:lvl9pPr lvl="8" algn="ctr">
              <a:lnSpc>
                <a:spcPct val="115000"/>
              </a:lnSpc>
              <a:spcBef>
                <a:spcPts val="0"/>
              </a:spcBef>
              <a:spcAft>
                <a:spcPts val="0"/>
              </a:spcAft>
              <a:buSzPts val="12000"/>
              <a:buNone/>
              <a:defRPr sz="12000"/>
            </a:lvl9pPr>
          </a:lstStyle>
          <a:p/>
        </p:txBody>
      </p:sp>
      <p:sp>
        <p:nvSpPr>
          <p:cNvPr id="284" name="Google Shape;284;p3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04800" lvl="0" marL="457200" algn="ctr">
              <a:lnSpc>
                <a:spcPct val="115000"/>
              </a:lnSpc>
              <a:spcBef>
                <a:spcPts val="0"/>
              </a:spcBef>
              <a:spcAft>
                <a:spcPts val="0"/>
              </a:spcAft>
              <a:buSzPts val="1200"/>
              <a:buChar char="●"/>
              <a:defRPr/>
            </a:lvl1pPr>
            <a:lvl2pPr indent="-304800" lvl="1" marL="914400" algn="ctr">
              <a:lnSpc>
                <a:spcPct val="115000"/>
              </a:lnSpc>
              <a:spcBef>
                <a:spcPts val="0"/>
              </a:spcBef>
              <a:spcAft>
                <a:spcPts val="0"/>
              </a:spcAft>
              <a:buSzPts val="1200"/>
              <a:buChar char="○"/>
              <a:defRPr/>
            </a:lvl2pPr>
            <a:lvl3pPr indent="-304800" lvl="2" marL="1371600" algn="ctr">
              <a:lnSpc>
                <a:spcPct val="115000"/>
              </a:lnSpc>
              <a:spcBef>
                <a:spcPts val="0"/>
              </a:spcBef>
              <a:spcAft>
                <a:spcPts val="0"/>
              </a:spcAft>
              <a:buSzPts val="1200"/>
              <a:buChar char="■"/>
              <a:defRPr/>
            </a:lvl3pPr>
            <a:lvl4pPr indent="-304800" lvl="3" marL="1828800" algn="ctr">
              <a:lnSpc>
                <a:spcPct val="115000"/>
              </a:lnSpc>
              <a:spcBef>
                <a:spcPts val="0"/>
              </a:spcBef>
              <a:spcAft>
                <a:spcPts val="0"/>
              </a:spcAft>
              <a:buSzPts val="1200"/>
              <a:buChar char="●"/>
              <a:defRPr/>
            </a:lvl4pPr>
            <a:lvl5pPr indent="-304800" lvl="4" marL="2286000" algn="ctr">
              <a:lnSpc>
                <a:spcPct val="115000"/>
              </a:lnSpc>
              <a:spcBef>
                <a:spcPts val="0"/>
              </a:spcBef>
              <a:spcAft>
                <a:spcPts val="0"/>
              </a:spcAft>
              <a:buSzPts val="1200"/>
              <a:buChar char="○"/>
              <a:defRPr/>
            </a:lvl5pPr>
            <a:lvl6pPr indent="-304800" lvl="5" marL="2743200" algn="ctr">
              <a:lnSpc>
                <a:spcPct val="115000"/>
              </a:lnSpc>
              <a:spcBef>
                <a:spcPts val="0"/>
              </a:spcBef>
              <a:spcAft>
                <a:spcPts val="0"/>
              </a:spcAft>
              <a:buSzPts val="1200"/>
              <a:buChar char="■"/>
              <a:defRPr/>
            </a:lvl6pPr>
            <a:lvl7pPr indent="-304800" lvl="6" marL="3200400" algn="ctr">
              <a:lnSpc>
                <a:spcPct val="115000"/>
              </a:lnSpc>
              <a:spcBef>
                <a:spcPts val="0"/>
              </a:spcBef>
              <a:spcAft>
                <a:spcPts val="0"/>
              </a:spcAft>
              <a:buSzPts val="1200"/>
              <a:buChar char="●"/>
              <a:defRPr/>
            </a:lvl7pPr>
            <a:lvl8pPr indent="-304800" lvl="7" marL="3657600" algn="ctr">
              <a:lnSpc>
                <a:spcPct val="115000"/>
              </a:lnSpc>
              <a:spcBef>
                <a:spcPts val="0"/>
              </a:spcBef>
              <a:spcAft>
                <a:spcPts val="0"/>
              </a:spcAft>
              <a:buSzPts val="1200"/>
              <a:buChar char="○"/>
              <a:defRPr/>
            </a:lvl8pPr>
            <a:lvl9pPr indent="-304800" lvl="8" marL="4114800" algn="ctr">
              <a:lnSpc>
                <a:spcPct val="115000"/>
              </a:lnSpc>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86" name="Shape 286"/>
        <p:cNvGrpSpPr/>
        <p:nvPr/>
      </p:nvGrpSpPr>
      <p:grpSpPr>
        <a:xfrm>
          <a:off x="0" y="0"/>
          <a:ext cx="0" cy="0"/>
          <a:chOff x="0" y="0"/>
          <a:chExt cx="0" cy="0"/>
        </a:xfrm>
      </p:grpSpPr>
      <p:sp>
        <p:nvSpPr>
          <p:cNvPr id="287" name="Google Shape;287;p37"/>
          <p:cNvSpPr txBox="1"/>
          <p:nvPr>
            <p:ph type="title"/>
          </p:nvPr>
        </p:nvSpPr>
        <p:spPr>
          <a:xfrm>
            <a:off x="677325" y="1832775"/>
            <a:ext cx="3217200" cy="1484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4200"/>
              <a:buNone/>
              <a:defRPr sz="42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88" name="Google Shape;288;p37"/>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89" name="Google Shape;289;p37"/>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90" name="Google Shape;290;p37"/>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91" name="Google Shape;291;p37"/>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92" name="Google Shape;292;p37"/>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93" name="Google Shape;293;p37"/>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94" name="Shape 294"/>
        <p:cNvGrpSpPr/>
        <p:nvPr/>
      </p:nvGrpSpPr>
      <p:grpSpPr>
        <a:xfrm>
          <a:off x="0" y="0"/>
          <a:ext cx="0" cy="0"/>
          <a:chOff x="0" y="0"/>
          <a:chExt cx="0" cy="0"/>
        </a:xfrm>
      </p:grpSpPr>
      <p:sp>
        <p:nvSpPr>
          <p:cNvPr id="295" name="Google Shape;295;p38"/>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96" name="Google Shape;296;p38"/>
          <p:cNvSpPr txBox="1"/>
          <p:nvPr>
            <p:ph idx="1" type="body"/>
          </p:nvPr>
        </p:nvSpPr>
        <p:spPr>
          <a:xfrm>
            <a:off x="311700" y="1152475"/>
            <a:ext cx="4473900" cy="34164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297" name="Google Shape;29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98" name="Shape 298"/>
        <p:cNvGrpSpPr/>
        <p:nvPr/>
      </p:nvGrpSpPr>
      <p:grpSpPr>
        <a:xfrm>
          <a:off x="0" y="0"/>
          <a:ext cx="0" cy="0"/>
          <a:chOff x="0" y="0"/>
          <a:chExt cx="0" cy="0"/>
        </a:xfrm>
      </p:grpSpPr>
      <p:sp>
        <p:nvSpPr>
          <p:cNvPr id="299" name="Google Shape;299;p39"/>
          <p:cNvSpPr txBox="1"/>
          <p:nvPr>
            <p:ph type="title"/>
          </p:nvPr>
        </p:nvSpPr>
        <p:spPr>
          <a:xfrm>
            <a:off x="483175" y="450025"/>
            <a:ext cx="8184600" cy="758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3000"/>
              <a:buNone/>
              <a:defRPr sz="3000"/>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300" name="Google Shape;300;p39"/>
          <p:cNvSpPr txBox="1"/>
          <p:nvPr>
            <p:ph idx="1" type="body"/>
          </p:nvPr>
        </p:nvSpPr>
        <p:spPr>
          <a:xfrm>
            <a:off x="483150" y="2237788"/>
            <a:ext cx="3619800" cy="23736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01" name="Google Shape;301;p39"/>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02" name="Google Shape;302;p39"/>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03" name="Google Shape;303;p39"/>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04" name="Shape 304"/>
        <p:cNvGrpSpPr/>
        <p:nvPr/>
      </p:nvGrpSpPr>
      <p:grpSpPr>
        <a:xfrm>
          <a:off x="0" y="0"/>
          <a:ext cx="0" cy="0"/>
          <a:chOff x="0" y="0"/>
          <a:chExt cx="0" cy="0"/>
        </a:xfrm>
      </p:grpSpPr>
      <p:sp>
        <p:nvSpPr>
          <p:cNvPr id="305" name="Google Shape;305;p40"/>
          <p:cNvSpPr txBox="1"/>
          <p:nvPr>
            <p:ph idx="1" type="body"/>
          </p:nvPr>
        </p:nvSpPr>
        <p:spPr>
          <a:xfrm>
            <a:off x="483175" y="2417500"/>
            <a:ext cx="2455500" cy="23736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06" name="Google Shape;306;p40"/>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07" name="Google Shape;307;p40"/>
          <p:cNvSpPr txBox="1"/>
          <p:nvPr>
            <p:ph type="title"/>
          </p:nvPr>
        </p:nvSpPr>
        <p:spPr>
          <a:xfrm>
            <a:off x="483175" y="450025"/>
            <a:ext cx="8184600" cy="7581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308" name="Google Shape;308;p40"/>
          <p:cNvSpPr txBox="1"/>
          <p:nvPr>
            <p:ph idx="3"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09" name="Google Shape;309;p40"/>
          <p:cNvSpPr txBox="1"/>
          <p:nvPr>
            <p:ph idx="4"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10" name="Google Shape;310;p40"/>
          <p:cNvSpPr txBox="1"/>
          <p:nvPr>
            <p:ph idx="5"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11" name="Google Shape;311;p40"/>
          <p:cNvSpPr txBox="1"/>
          <p:nvPr>
            <p:ph idx="6"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12" name="Shape 312"/>
        <p:cNvGrpSpPr/>
        <p:nvPr/>
      </p:nvGrpSpPr>
      <p:grpSpPr>
        <a:xfrm>
          <a:off x="0" y="0"/>
          <a:ext cx="0" cy="0"/>
          <a:chOff x="0" y="0"/>
          <a:chExt cx="0" cy="0"/>
        </a:xfrm>
      </p:grpSpPr>
      <p:sp>
        <p:nvSpPr>
          <p:cNvPr id="313" name="Google Shape;313;p41"/>
          <p:cNvSpPr txBox="1"/>
          <p:nvPr>
            <p:ph idx="1" type="body"/>
          </p:nvPr>
        </p:nvSpPr>
        <p:spPr>
          <a:xfrm>
            <a:off x="366725" y="1759093"/>
            <a:ext cx="3838500" cy="1138500"/>
          </a:xfrm>
          <a:prstGeom prst="rect">
            <a:avLst/>
          </a:prstGeom>
          <a:noFill/>
          <a:ln>
            <a:noFill/>
          </a:ln>
        </p:spPr>
        <p:txBody>
          <a:bodyPr anchorCtr="0" anchor="t" bIns="0" lIns="0" spcFirstLastPara="1" rIns="0" wrap="square" tIns="0">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14" name="Google Shape;314;p41"/>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15" name="Google Shape;315;p41"/>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16" name="Google Shape;316;p41"/>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17" name="Google Shape;317;p41"/>
          <p:cNvSpPr txBox="1"/>
          <p:nvPr>
            <p:ph type="title"/>
          </p:nvPr>
        </p:nvSpPr>
        <p:spPr>
          <a:xfrm>
            <a:off x="366750" y="450025"/>
            <a:ext cx="8184600" cy="758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3000"/>
              <a:buNone/>
              <a:defRPr sz="3000"/>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318" name="Google Shape;318;p41"/>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19" name="Google Shape;319;p41"/>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20" name="Google Shape;320;p41"/>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21" name="Google Shape;321;p41"/>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22" name="Shape 322"/>
        <p:cNvGrpSpPr/>
        <p:nvPr/>
      </p:nvGrpSpPr>
      <p:grpSpPr>
        <a:xfrm>
          <a:off x="0" y="0"/>
          <a:ext cx="0" cy="0"/>
          <a:chOff x="0" y="0"/>
          <a:chExt cx="0" cy="0"/>
        </a:xfrm>
      </p:grpSpPr>
      <p:sp>
        <p:nvSpPr>
          <p:cNvPr id="323" name="Google Shape;323;p42"/>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24" name="Google Shape;32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25" name="Shape 325"/>
        <p:cNvGrpSpPr/>
        <p:nvPr/>
      </p:nvGrpSpPr>
      <p:grpSpPr>
        <a:xfrm>
          <a:off x="0" y="0"/>
          <a:ext cx="0" cy="0"/>
          <a:chOff x="0" y="0"/>
          <a:chExt cx="0" cy="0"/>
        </a:xfrm>
      </p:grpSpPr>
      <p:sp>
        <p:nvSpPr>
          <p:cNvPr id="326" name="Google Shape;326;p43"/>
          <p:cNvSpPr txBox="1"/>
          <p:nvPr>
            <p:ph idx="1" type="body"/>
          </p:nvPr>
        </p:nvSpPr>
        <p:spPr>
          <a:xfrm>
            <a:off x="311700" y="4080225"/>
            <a:ext cx="4027500" cy="9261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27" name="Google Shape;327;p43"/>
          <p:cNvSpPr/>
          <p:nvPr>
            <p:ph idx="2" type="pic"/>
          </p:nvPr>
        </p:nvSpPr>
        <p:spPr>
          <a:xfrm>
            <a:off x="4804825" y="1133300"/>
            <a:ext cx="4027500" cy="2392800"/>
          </a:xfrm>
          <a:prstGeom prst="rect">
            <a:avLst/>
          </a:prstGeom>
          <a:noFill/>
          <a:ln>
            <a:noFill/>
          </a:ln>
        </p:spPr>
      </p:sp>
      <p:sp>
        <p:nvSpPr>
          <p:cNvPr id="328" name="Google Shape;328;p43"/>
          <p:cNvSpPr/>
          <p:nvPr>
            <p:ph idx="3" type="pic"/>
          </p:nvPr>
        </p:nvSpPr>
        <p:spPr>
          <a:xfrm>
            <a:off x="311725" y="1133300"/>
            <a:ext cx="4027500" cy="2392800"/>
          </a:xfrm>
          <a:prstGeom prst="rect">
            <a:avLst/>
          </a:prstGeom>
          <a:noFill/>
          <a:ln>
            <a:noFill/>
          </a:ln>
        </p:spPr>
      </p:sp>
      <p:sp>
        <p:nvSpPr>
          <p:cNvPr id="329" name="Google Shape;329;p43"/>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30" name="Google Shape;330;p43"/>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31" name="Google Shape;331;p43"/>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332" name="Google Shape;332;p43"/>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33" name="Shape 333"/>
        <p:cNvGrpSpPr/>
        <p:nvPr/>
      </p:nvGrpSpPr>
      <p:grpSpPr>
        <a:xfrm>
          <a:off x="0" y="0"/>
          <a:ext cx="0" cy="0"/>
          <a:chOff x="0" y="0"/>
          <a:chExt cx="0" cy="0"/>
        </a:xfrm>
      </p:grpSpPr>
      <p:sp>
        <p:nvSpPr>
          <p:cNvPr id="334" name="Google Shape;334;p44"/>
          <p:cNvSpPr txBox="1"/>
          <p:nvPr>
            <p:ph idx="1" type="body"/>
          </p:nvPr>
        </p:nvSpPr>
        <p:spPr>
          <a:xfrm>
            <a:off x="311700" y="3911700"/>
            <a:ext cx="2627100" cy="10185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35" name="Google Shape;335;p44"/>
          <p:cNvSpPr/>
          <p:nvPr>
            <p:ph idx="2" type="pic"/>
          </p:nvPr>
        </p:nvSpPr>
        <p:spPr>
          <a:xfrm>
            <a:off x="6205225" y="1128325"/>
            <a:ext cx="2627100" cy="2273100"/>
          </a:xfrm>
          <a:prstGeom prst="rect">
            <a:avLst/>
          </a:prstGeom>
          <a:noFill/>
          <a:ln>
            <a:noFill/>
          </a:ln>
        </p:spPr>
      </p:sp>
      <p:sp>
        <p:nvSpPr>
          <p:cNvPr id="336" name="Google Shape;336;p44"/>
          <p:cNvSpPr/>
          <p:nvPr>
            <p:ph idx="3" type="pic"/>
          </p:nvPr>
        </p:nvSpPr>
        <p:spPr>
          <a:xfrm>
            <a:off x="311725" y="1128325"/>
            <a:ext cx="2627100" cy="2273100"/>
          </a:xfrm>
          <a:prstGeom prst="rect">
            <a:avLst/>
          </a:prstGeom>
          <a:noFill/>
          <a:ln>
            <a:noFill/>
          </a:ln>
        </p:spPr>
      </p:sp>
      <p:sp>
        <p:nvSpPr>
          <p:cNvPr id="337" name="Google Shape;337;p44"/>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38" name="Google Shape;338;p44"/>
          <p:cNvSpPr/>
          <p:nvPr>
            <p:ph idx="5" type="pic"/>
          </p:nvPr>
        </p:nvSpPr>
        <p:spPr>
          <a:xfrm>
            <a:off x="3255250" y="1128325"/>
            <a:ext cx="2627100" cy="2273100"/>
          </a:xfrm>
          <a:prstGeom prst="rect">
            <a:avLst/>
          </a:prstGeom>
          <a:noFill/>
          <a:ln>
            <a:noFill/>
          </a:ln>
        </p:spPr>
      </p:sp>
      <p:sp>
        <p:nvSpPr>
          <p:cNvPr id="339" name="Google Shape;339;p44"/>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40" name="Google Shape;340;p44"/>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41" name="Google Shape;341;p44"/>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342" name="Google Shape;342;p44"/>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343" name="Google Shape;343;p44"/>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4" name="Shape 344"/>
        <p:cNvGrpSpPr/>
        <p:nvPr/>
      </p:nvGrpSpPr>
      <p:grpSpPr>
        <a:xfrm>
          <a:off x="0" y="0"/>
          <a:ext cx="0" cy="0"/>
          <a:chOff x="0" y="0"/>
          <a:chExt cx="0" cy="0"/>
        </a:xfrm>
      </p:grpSpPr>
      <p:sp>
        <p:nvSpPr>
          <p:cNvPr id="345" name="Google Shape;34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6" name="Shape 346"/>
        <p:cNvGrpSpPr/>
        <p:nvPr/>
      </p:nvGrpSpPr>
      <p:grpSpPr>
        <a:xfrm>
          <a:off x="0" y="0"/>
          <a:ext cx="0" cy="0"/>
          <a:chOff x="0" y="0"/>
          <a:chExt cx="0" cy="0"/>
        </a:xfrm>
      </p:grpSpPr>
      <p:sp>
        <p:nvSpPr>
          <p:cNvPr id="347" name="Google Shape;347;p46"/>
          <p:cNvSpPr/>
          <p:nvPr>
            <p:ph idx="2" type="pic"/>
          </p:nvPr>
        </p:nvSpPr>
        <p:spPr>
          <a:xfrm>
            <a:off x="3389600" y="118913"/>
            <a:ext cx="1643700" cy="1535100"/>
          </a:xfrm>
          <a:prstGeom prst="rect">
            <a:avLst/>
          </a:prstGeom>
          <a:noFill/>
          <a:ln>
            <a:noFill/>
          </a:ln>
        </p:spPr>
      </p:sp>
      <p:sp>
        <p:nvSpPr>
          <p:cNvPr id="348" name="Google Shape;348;p46"/>
          <p:cNvSpPr/>
          <p:nvPr>
            <p:ph idx="3" type="pic"/>
          </p:nvPr>
        </p:nvSpPr>
        <p:spPr>
          <a:xfrm>
            <a:off x="5195935" y="118913"/>
            <a:ext cx="1643700" cy="1535100"/>
          </a:xfrm>
          <a:prstGeom prst="rect">
            <a:avLst/>
          </a:prstGeom>
          <a:noFill/>
          <a:ln>
            <a:noFill/>
          </a:ln>
        </p:spPr>
      </p:sp>
      <p:sp>
        <p:nvSpPr>
          <p:cNvPr id="349" name="Google Shape;349;p46"/>
          <p:cNvSpPr/>
          <p:nvPr>
            <p:ph idx="4" type="pic"/>
          </p:nvPr>
        </p:nvSpPr>
        <p:spPr>
          <a:xfrm>
            <a:off x="7002270" y="118913"/>
            <a:ext cx="1643700" cy="1535100"/>
          </a:xfrm>
          <a:prstGeom prst="rect">
            <a:avLst/>
          </a:prstGeom>
          <a:noFill/>
          <a:ln>
            <a:noFill/>
          </a:ln>
        </p:spPr>
      </p:sp>
      <p:sp>
        <p:nvSpPr>
          <p:cNvPr id="350" name="Google Shape;350;p46"/>
          <p:cNvSpPr/>
          <p:nvPr>
            <p:ph idx="5" type="pic"/>
          </p:nvPr>
        </p:nvSpPr>
        <p:spPr>
          <a:xfrm>
            <a:off x="3389588" y="1804212"/>
            <a:ext cx="1643700" cy="1535100"/>
          </a:xfrm>
          <a:prstGeom prst="rect">
            <a:avLst/>
          </a:prstGeom>
          <a:noFill/>
          <a:ln>
            <a:noFill/>
          </a:ln>
        </p:spPr>
      </p:sp>
      <p:sp>
        <p:nvSpPr>
          <p:cNvPr id="351" name="Google Shape;351;p46"/>
          <p:cNvSpPr/>
          <p:nvPr>
            <p:ph idx="6" type="pic"/>
          </p:nvPr>
        </p:nvSpPr>
        <p:spPr>
          <a:xfrm>
            <a:off x="5195922" y="1804212"/>
            <a:ext cx="1643700" cy="1535100"/>
          </a:xfrm>
          <a:prstGeom prst="rect">
            <a:avLst/>
          </a:prstGeom>
          <a:noFill/>
          <a:ln>
            <a:noFill/>
          </a:ln>
        </p:spPr>
      </p:sp>
      <p:sp>
        <p:nvSpPr>
          <p:cNvPr id="352" name="Google Shape;352;p46"/>
          <p:cNvSpPr/>
          <p:nvPr>
            <p:ph idx="7" type="pic"/>
          </p:nvPr>
        </p:nvSpPr>
        <p:spPr>
          <a:xfrm>
            <a:off x="7002257" y="1804212"/>
            <a:ext cx="1643700" cy="1535100"/>
          </a:xfrm>
          <a:prstGeom prst="rect">
            <a:avLst/>
          </a:prstGeom>
          <a:noFill/>
          <a:ln>
            <a:noFill/>
          </a:ln>
        </p:spPr>
      </p:sp>
      <p:sp>
        <p:nvSpPr>
          <p:cNvPr id="353" name="Google Shape;353;p46"/>
          <p:cNvSpPr txBox="1"/>
          <p:nvPr>
            <p:ph type="title"/>
          </p:nvPr>
        </p:nvSpPr>
        <p:spPr>
          <a:xfrm>
            <a:off x="351550" y="445025"/>
            <a:ext cx="2596800" cy="17064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54" name="Google Shape;354;p46"/>
          <p:cNvSpPr/>
          <p:nvPr>
            <p:ph idx="8" type="pic"/>
          </p:nvPr>
        </p:nvSpPr>
        <p:spPr>
          <a:xfrm>
            <a:off x="3389588" y="3489487"/>
            <a:ext cx="1643700" cy="1535100"/>
          </a:xfrm>
          <a:prstGeom prst="rect">
            <a:avLst/>
          </a:prstGeom>
          <a:noFill/>
          <a:ln>
            <a:noFill/>
          </a:ln>
        </p:spPr>
      </p:sp>
      <p:sp>
        <p:nvSpPr>
          <p:cNvPr id="355" name="Google Shape;355;p46"/>
          <p:cNvSpPr/>
          <p:nvPr>
            <p:ph idx="9" type="pic"/>
          </p:nvPr>
        </p:nvSpPr>
        <p:spPr>
          <a:xfrm>
            <a:off x="5195922" y="3489487"/>
            <a:ext cx="1643700" cy="1535100"/>
          </a:xfrm>
          <a:prstGeom prst="rect">
            <a:avLst/>
          </a:prstGeom>
          <a:noFill/>
          <a:ln>
            <a:noFill/>
          </a:ln>
        </p:spPr>
      </p:sp>
      <p:sp>
        <p:nvSpPr>
          <p:cNvPr id="356" name="Google Shape;35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365" name="Shape 365"/>
        <p:cNvGrpSpPr/>
        <p:nvPr/>
      </p:nvGrpSpPr>
      <p:grpSpPr>
        <a:xfrm>
          <a:off x="0" y="0"/>
          <a:ext cx="0" cy="0"/>
          <a:chOff x="0" y="0"/>
          <a:chExt cx="0" cy="0"/>
        </a:xfrm>
      </p:grpSpPr>
      <p:sp>
        <p:nvSpPr>
          <p:cNvPr id="366" name="Google Shape;366;p48"/>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367" name="Google Shape;367;p4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68" name="Google Shape;368;p4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4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0" name="Google Shape;370;p48"/>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371" name="Shape 371"/>
        <p:cNvGrpSpPr/>
        <p:nvPr/>
      </p:nvGrpSpPr>
      <p:grpSpPr>
        <a:xfrm>
          <a:off x="0" y="0"/>
          <a:ext cx="0" cy="0"/>
          <a:chOff x="0" y="0"/>
          <a:chExt cx="0" cy="0"/>
        </a:xfrm>
      </p:grpSpPr>
      <p:sp>
        <p:nvSpPr>
          <p:cNvPr id="372" name="Google Shape;372;p49"/>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373" name="Google Shape;373;p49"/>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374" name="Google Shape;374;p49"/>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5" name="Google Shape;375;p49"/>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376" name="Shape 376"/>
        <p:cNvGrpSpPr/>
        <p:nvPr/>
      </p:nvGrpSpPr>
      <p:grpSpPr>
        <a:xfrm>
          <a:off x="0" y="0"/>
          <a:ext cx="0" cy="0"/>
          <a:chOff x="0" y="0"/>
          <a:chExt cx="0" cy="0"/>
        </a:xfrm>
      </p:grpSpPr>
      <p:sp>
        <p:nvSpPr>
          <p:cNvPr id="377" name="Google Shape;377;p50"/>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378" name="Google Shape;378;p5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379" name="Google Shape;379;p5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0" name="Google Shape;380;p5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381" name="Shape 381"/>
        <p:cNvGrpSpPr/>
        <p:nvPr/>
      </p:nvGrpSpPr>
      <p:grpSpPr>
        <a:xfrm>
          <a:off x="0" y="0"/>
          <a:ext cx="0" cy="0"/>
          <a:chOff x="0" y="0"/>
          <a:chExt cx="0" cy="0"/>
        </a:xfrm>
      </p:grpSpPr>
      <p:sp>
        <p:nvSpPr>
          <p:cNvPr id="382" name="Google Shape;382;p51"/>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383" name="Google Shape;383;p51"/>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384" name="Google Shape;384;p51"/>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85" name="Google Shape;385;p51"/>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86" name="Google Shape;386;p5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387" name="Shape 387"/>
        <p:cNvGrpSpPr/>
        <p:nvPr/>
      </p:nvGrpSpPr>
      <p:grpSpPr>
        <a:xfrm>
          <a:off x="0" y="0"/>
          <a:ext cx="0" cy="0"/>
          <a:chOff x="0" y="0"/>
          <a:chExt cx="0" cy="0"/>
        </a:xfrm>
      </p:grpSpPr>
      <p:cxnSp>
        <p:nvCxnSpPr>
          <p:cNvPr id="388" name="Google Shape;388;p52"/>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389" name="Google Shape;389;p52"/>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390" name="Google Shape;390;p52"/>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391" name="Google Shape;391;p5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92" name="Google Shape;392;p5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393" name="Google Shape;393;p5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394" name="Google Shape;394;p52"/>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395" name="Shape 395"/>
        <p:cNvGrpSpPr/>
        <p:nvPr/>
      </p:nvGrpSpPr>
      <p:grpSpPr>
        <a:xfrm>
          <a:off x="0" y="0"/>
          <a:ext cx="0" cy="0"/>
          <a:chOff x="0" y="0"/>
          <a:chExt cx="0" cy="0"/>
        </a:xfrm>
      </p:grpSpPr>
      <p:sp>
        <p:nvSpPr>
          <p:cNvPr id="396" name="Google Shape;396;p53"/>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397" name="Google Shape;397;p53"/>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398" name="Google Shape;398;p53"/>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399" name="Google Shape;399;p53"/>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400" name="Google Shape;400;p5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01" name="Google Shape;401;p53"/>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02" name="Google Shape;402;p5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403" name="Shape 403"/>
        <p:cNvGrpSpPr/>
        <p:nvPr/>
      </p:nvGrpSpPr>
      <p:grpSpPr>
        <a:xfrm>
          <a:off x="0" y="0"/>
          <a:ext cx="0" cy="0"/>
          <a:chOff x="0" y="0"/>
          <a:chExt cx="0" cy="0"/>
        </a:xfrm>
      </p:grpSpPr>
      <p:sp>
        <p:nvSpPr>
          <p:cNvPr id="404" name="Google Shape;404;p54"/>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405" name="Google Shape;405;p54"/>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406" name="Google Shape;406;p5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7" name="Google Shape;407;p5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8" name="Google Shape;408;p5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9" name="Google Shape;409;p54"/>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410" name="Shape 410"/>
        <p:cNvGrpSpPr/>
        <p:nvPr/>
      </p:nvGrpSpPr>
      <p:grpSpPr>
        <a:xfrm>
          <a:off x="0" y="0"/>
          <a:ext cx="0" cy="0"/>
          <a:chOff x="0" y="0"/>
          <a:chExt cx="0" cy="0"/>
        </a:xfrm>
      </p:grpSpPr>
      <p:sp>
        <p:nvSpPr>
          <p:cNvPr id="411" name="Google Shape;411;p5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12" name="Google Shape;412;p55"/>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13" name="Google Shape;413;p55"/>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414" name="Shape 414"/>
        <p:cNvGrpSpPr/>
        <p:nvPr/>
      </p:nvGrpSpPr>
      <p:grpSpPr>
        <a:xfrm>
          <a:off x="0" y="0"/>
          <a:ext cx="0" cy="0"/>
          <a:chOff x="0" y="0"/>
          <a:chExt cx="0" cy="0"/>
        </a:xfrm>
      </p:grpSpPr>
      <p:sp>
        <p:nvSpPr>
          <p:cNvPr id="415" name="Google Shape;415;p56"/>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416" name="Google Shape;416;p5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17" name="Google Shape;417;p5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18" name="Google Shape;418;p5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19" name="Google Shape;419;p56"/>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420" name="Google Shape;420;p56"/>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421" name="Google Shape;421;p56"/>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422" name="Google Shape;422;p56"/>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423" name="Google Shape;423;p56"/>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424" name="Google Shape;424;p56"/>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425" name="Google Shape;425;p56"/>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426" name="Google Shape;426;p56"/>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427" name="Shape 427"/>
        <p:cNvGrpSpPr/>
        <p:nvPr/>
      </p:nvGrpSpPr>
      <p:grpSpPr>
        <a:xfrm>
          <a:off x="0" y="0"/>
          <a:ext cx="0" cy="0"/>
          <a:chOff x="0" y="0"/>
          <a:chExt cx="0" cy="0"/>
        </a:xfrm>
      </p:grpSpPr>
      <p:sp>
        <p:nvSpPr>
          <p:cNvPr id="428" name="Google Shape;428;p57"/>
          <p:cNvSpPr/>
          <p:nvPr>
            <p:ph idx="2" type="pic"/>
          </p:nvPr>
        </p:nvSpPr>
        <p:spPr>
          <a:xfrm>
            <a:off x="283850" y="2178075"/>
            <a:ext cx="4227600" cy="2505600"/>
          </a:xfrm>
          <a:prstGeom prst="rect">
            <a:avLst/>
          </a:prstGeom>
          <a:noFill/>
          <a:ln>
            <a:noFill/>
          </a:ln>
        </p:spPr>
      </p:sp>
      <p:sp>
        <p:nvSpPr>
          <p:cNvPr id="429" name="Google Shape;429;p5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30" name="Google Shape;430;p57"/>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31" name="Google Shape;431;p5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32" name="Google Shape;432;p57"/>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433" name="Google Shape;433;p57"/>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434" name="Google Shape;434;p57"/>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435" name="Shape 435"/>
        <p:cNvGrpSpPr/>
        <p:nvPr/>
      </p:nvGrpSpPr>
      <p:grpSpPr>
        <a:xfrm>
          <a:off x="0" y="0"/>
          <a:ext cx="0" cy="0"/>
          <a:chOff x="0" y="0"/>
          <a:chExt cx="0" cy="0"/>
        </a:xfrm>
      </p:grpSpPr>
      <p:sp>
        <p:nvSpPr>
          <p:cNvPr id="436" name="Google Shape;436;p58"/>
          <p:cNvSpPr/>
          <p:nvPr>
            <p:ph idx="2" type="pic"/>
          </p:nvPr>
        </p:nvSpPr>
        <p:spPr>
          <a:xfrm>
            <a:off x="4629750" y="0"/>
            <a:ext cx="4227000" cy="4683600"/>
          </a:xfrm>
          <a:prstGeom prst="roundRect">
            <a:avLst>
              <a:gd fmla="val 0" name="adj"/>
            </a:avLst>
          </a:prstGeom>
          <a:noFill/>
          <a:ln>
            <a:noFill/>
          </a:ln>
        </p:spPr>
      </p:sp>
      <p:sp>
        <p:nvSpPr>
          <p:cNvPr id="437" name="Google Shape;437;p5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38" name="Google Shape;438;p58"/>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439" name="Google Shape;439;p58"/>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440" name="Google Shape;440;p58"/>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41" name="Google Shape;441;p58"/>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442" name="Shape 442"/>
        <p:cNvGrpSpPr/>
        <p:nvPr/>
      </p:nvGrpSpPr>
      <p:grpSpPr>
        <a:xfrm>
          <a:off x="0" y="0"/>
          <a:ext cx="0" cy="0"/>
          <a:chOff x="0" y="0"/>
          <a:chExt cx="0" cy="0"/>
        </a:xfrm>
      </p:grpSpPr>
      <p:sp>
        <p:nvSpPr>
          <p:cNvPr id="443" name="Google Shape;443;p59"/>
          <p:cNvSpPr/>
          <p:nvPr>
            <p:ph idx="2" type="pic"/>
          </p:nvPr>
        </p:nvSpPr>
        <p:spPr>
          <a:xfrm>
            <a:off x="270275" y="3132475"/>
            <a:ext cx="2770500" cy="1551000"/>
          </a:xfrm>
          <a:prstGeom prst="roundRect">
            <a:avLst>
              <a:gd fmla="val 0" name="adj"/>
            </a:avLst>
          </a:prstGeom>
          <a:noFill/>
          <a:ln>
            <a:noFill/>
          </a:ln>
        </p:spPr>
      </p:sp>
      <p:sp>
        <p:nvSpPr>
          <p:cNvPr id="444" name="Google Shape;444;p5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45" name="Google Shape;445;p59"/>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446" name="Google Shape;446;p59"/>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447" name="Google Shape;447;p59"/>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48" name="Google Shape;448;p59"/>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49" name="Google Shape;449;p59"/>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450" name="Shape 450"/>
        <p:cNvGrpSpPr/>
        <p:nvPr/>
      </p:nvGrpSpPr>
      <p:grpSpPr>
        <a:xfrm>
          <a:off x="0" y="0"/>
          <a:ext cx="0" cy="0"/>
          <a:chOff x="0" y="0"/>
          <a:chExt cx="0" cy="0"/>
        </a:xfrm>
      </p:grpSpPr>
      <p:sp>
        <p:nvSpPr>
          <p:cNvPr id="451" name="Google Shape;451;p60"/>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452" name="Google Shape;452;p60"/>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453" name="Google Shape;453;p60"/>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454" name="Google Shape;454;p60"/>
          <p:cNvSpPr/>
          <p:nvPr>
            <p:ph idx="3" type="pic"/>
          </p:nvPr>
        </p:nvSpPr>
        <p:spPr>
          <a:xfrm>
            <a:off x="283850" y="0"/>
            <a:ext cx="4227000" cy="4683600"/>
          </a:xfrm>
          <a:prstGeom prst="roundRect">
            <a:avLst>
              <a:gd fmla="val 0" name="adj"/>
            </a:avLst>
          </a:prstGeom>
          <a:noFill/>
          <a:ln>
            <a:noFill/>
          </a:ln>
        </p:spPr>
      </p:sp>
      <p:sp>
        <p:nvSpPr>
          <p:cNvPr id="455" name="Google Shape;455;p6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56" name="Google Shape;456;p60"/>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57" name="Google Shape;457;p60"/>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458" name="Shape 458"/>
        <p:cNvGrpSpPr/>
        <p:nvPr/>
      </p:nvGrpSpPr>
      <p:grpSpPr>
        <a:xfrm>
          <a:off x="0" y="0"/>
          <a:ext cx="0" cy="0"/>
          <a:chOff x="0" y="0"/>
          <a:chExt cx="0" cy="0"/>
        </a:xfrm>
      </p:grpSpPr>
      <p:sp>
        <p:nvSpPr>
          <p:cNvPr id="459" name="Google Shape;459;p6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60" name="Google Shape;460;p61"/>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461" name="Google Shape;461;p61"/>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62" name="Google Shape;462;p6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63" name="Google Shape;463;p61"/>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464" name="Google Shape;464;p61"/>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465" name="Google Shape;465;p61"/>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466" name="Google Shape;466;p61"/>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467" name="Google Shape;467;p61"/>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468" name="Google Shape;468;p61"/>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469" name="Google Shape;469;p61"/>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470" name="Google Shape;470;p61"/>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471" name="Google Shape;471;p61"/>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472" name="Shape 472"/>
        <p:cNvGrpSpPr/>
        <p:nvPr/>
      </p:nvGrpSpPr>
      <p:grpSpPr>
        <a:xfrm>
          <a:off x="0" y="0"/>
          <a:ext cx="0" cy="0"/>
          <a:chOff x="0" y="0"/>
          <a:chExt cx="0" cy="0"/>
        </a:xfrm>
      </p:grpSpPr>
      <p:sp>
        <p:nvSpPr>
          <p:cNvPr id="473" name="Google Shape;473;p62"/>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474" name="Google Shape;474;p62"/>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475" name="Google Shape;475;p62"/>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476" name="Google Shape;476;p62"/>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477" name="Google Shape;477;p62"/>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478" name="Google Shape;478;p6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79" name="Google Shape;479;p62"/>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480" name="Google Shape;480;p62"/>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481" name="Google Shape;481;p62"/>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82" name="Google Shape;482;p62"/>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83" name="Google Shape;483;p62"/>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484" name="Google Shape;484;p62"/>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485" name="Google Shape;485;p62"/>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486" name="Shape 486"/>
        <p:cNvGrpSpPr/>
        <p:nvPr/>
      </p:nvGrpSpPr>
      <p:grpSpPr>
        <a:xfrm>
          <a:off x="0" y="0"/>
          <a:ext cx="0" cy="0"/>
          <a:chOff x="0" y="0"/>
          <a:chExt cx="0" cy="0"/>
        </a:xfrm>
      </p:grpSpPr>
      <p:sp>
        <p:nvSpPr>
          <p:cNvPr id="487" name="Google Shape;487;p63"/>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488" name="Google Shape;488;p63"/>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489" name="Google Shape;489;p63"/>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490" name="Google Shape;490;p63"/>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491" name="Google Shape;491;p63"/>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492" name="Google Shape;492;p6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93" name="Google Shape;493;p63"/>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494" name="Google Shape;494;p63"/>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495" name="Google Shape;495;p63"/>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96" name="Google Shape;496;p63"/>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497" name="Shape 497"/>
        <p:cNvGrpSpPr/>
        <p:nvPr/>
      </p:nvGrpSpPr>
      <p:grpSpPr>
        <a:xfrm>
          <a:off x="0" y="0"/>
          <a:ext cx="0" cy="0"/>
          <a:chOff x="0" y="0"/>
          <a:chExt cx="0" cy="0"/>
        </a:xfrm>
      </p:grpSpPr>
      <p:sp>
        <p:nvSpPr>
          <p:cNvPr id="498" name="Google Shape;498;p6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99" name="Google Shape;499;p64"/>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500" name="Google Shape;500;p6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1" name="Google Shape;501;p6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2" name="Google Shape;502;p64"/>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503" name="Google Shape;503;p64"/>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504" name="Google Shape;504;p64"/>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505" name="Shape 505"/>
        <p:cNvGrpSpPr/>
        <p:nvPr/>
      </p:nvGrpSpPr>
      <p:grpSpPr>
        <a:xfrm>
          <a:off x="0" y="0"/>
          <a:ext cx="0" cy="0"/>
          <a:chOff x="0" y="0"/>
          <a:chExt cx="0" cy="0"/>
        </a:xfrm>
      </p:grpSpPr>
      <p:sp>
        <p:nvSpPr>
          <p:cNvPr id="506" name="Google Shape;506;p65"/>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507" name="Google Shape;507;p65"/>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508" name="Google Shape;508;p65"/>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509" name="Google Shape;509;p65"/>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510" name="Google Shape;510;p65"/>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1" name="Google Shape;511;p65"/>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2" name="Google Shape;512;p65"/>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513" name="Google Shape;513;p65"/>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514" name="Google Shape;514;p65"/>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515" name="Google Shape;515;p6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516" name="Shape 516"/>
        <p:cNvGrpSpPr/>
        <p:nvPr/>
      </p:nvGrpSpPr>
      <p:grpSpPr>
        <a:xfrm>
          <a:off x="0" y="0"/>
          <a:ext cx="0" cy="0"/>
          <a:chOff x="0" y="0"/>
          <a:chExt cx="0" cy="0"/>
        </a:xfrm>
      </p:grpSpPr>
      <p:sp>
        <p:nvSpPr>
          <p:cNvPr id="517" name="Google Shape;517;p66"/>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518" name="Google Shape;518;p6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519" name="Google Shape;519;p66"/>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520" name="Google Shape;520;p66"/>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21" name="Google Shape;521;p66"/>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22" name="Google Shape;522;p66"/>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23" name="Google Shape;523;p66"/>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524" name="Google Shape;524;p66"/>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25" name="Google Shape;525;p66"/>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526" name="Google Shape;526;p66"/>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27" name="Google Shape;527;p66"/>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528" name="Shape 528"/>
        <p:cNvGrpSpPr/>
        <p:nvPr/>
      </p:nvGrpSpPr>
      <p:grpSpPr>
        <a:xfrm>
          <a:off x="0" y="0"/>
          <a:ext cx="0" cy="0"/>
          <a:chOff x="0" y="0"/>
          <a:chExt cx="0" cy="0"/>
        </a:xfrm>
      </p:grpSpPr>
      <p:sp>
        <p:nvSpPr>
          <p:cNvPr id="529" name="Google Shape;529;p67"/>
          <p:cNvSpPr/>
          <p:nvPr>
            <p:ph idx="2" type="pic"/>
          </p:nvPr>
        </p:nvSpPr>
        <p:spPr>
          <a:xfrm>
            <a:off x="4629750" y="286075"/>
            <a:ext cx="1257900" cy="1261500"/>
          </a:xfrm>
          <a:prstGeom prst="rect">
            <a:avLst/>
          </a:prstGeom>
          <a:noFill/>
          <a:ln>
            <a:noFill/>
          </a:ln>
        </p:spPr>
      </p:sp>
      <p:sp>
        <p:nvSpPr>
          <p:cNvPr id="530" name="Google Shape;530;p67"/>
          <p:cNvSpPr/>
          <p:nvPr>
            <p:ph idx="3" type="pic"/>
          </p:nvPr>
        </p:nvSpPr>
        <p:spPr>
          <a:xfrm>
            <a:off x="6111800" y="286075"/>
            <a:ext cx="1257900" cy="1261500"/>
          </a:xfrm>
          <a:prstGeom prst="rect">
            <a:avLst/>
          </a:prstGeom>
          <a:noFill/>
          <a:ln>
            <a:noFill/>
          </a:ln>
        </p:spPr>
      </p:sp>
      <p:sp>
        <p:nvSpPr>
          <p:cNvPr id="531" name="Google Shape;531;p67"/>
          <p:cNvSpPr/>
          <p:nvPr>
            <p:ph idx="4" type="pic"/>
          </p:nvPr>
        </p:nvSpPr>
        <p:spPr>
          <a:xfrm>
            <a:off x="7593850" y="286075"/>
            <a:ext cx="1257900" cy="1261500"/>
          </a:xfrm>
          <a:prstGeom prst="rect">
            <a:avLst/>
          </a:prstGeom>
          <a:noFill/>
          <a:ln>
            <a:noFill/>
          </a:ln>
        </p:spPr>
      </p:sp>
      <p:sp>
        <p:nvSpPr>
          <p:cNvPr id="532" name="Google Shape;532;p67"/>
          <p:cNvSpPr/>
          <p:nvPr>
            <p:ph idx="5" type="pic"/>
          </p:nvPr>
        </p:nvSpPr>
        <p:spPr>
          <a:xfrm>
            <a:off x="4629750" y="2634475"/>
            <a:ext cx="1257900" cy="1261500"/>
          </a:xfrm>
          <a:prstGeom prst="rect">
            <a:avLst/>
          </a:prstGeom>
          <a:noFill/>
          <a:ln>
            <a:noFill/>
          </a:ln>
        </p:spPr>
      </p:sp>
      <p:sp>
        <p:nvSpPr>
          <p:cNvPr id="533" name="Google Shape;533;p67"/>
          <p:cNvSpPr/>
          <p:nvPr>
            <p:ph idx="6" type="pic"/>
          </p:nvPr>
        </p:nvSpPr>
        <p:spPr>
          <a:xfrm>
            <a:off x="6111800" y="2634475"/>
            <a:ext cx="1257900" cy="1261500"/>
          </a:xfrm>
          <a:prstGeom prst="rect">
            <a:avLst/>
          </a:prstGeom>
          <a:noFill/>
          <a:ln>
            <a:noFill/>
          </a:ln>
        </p:spPr>
      </p:sp>
      <p:sp>
        <p:nvSpPr>
          <p:cNvPr id="534" name="Google Shape;534;p67"/>
          <p:cNvSpPr/>
          <p:nvPr>
            <p:ph idx="7" type="pic"/>
          </p:nvPr>
        </p:nvSpPr>
        <p:spPr>
          <a:xfrm>
            <a:off x="7593850" y="2634475"/>
            <a:ext cx="1257900" cy="1261500"/>
          </a:xfrm>
          <a:prstGeom prst="rect">
            <a:avLst/>
          </a:prstGeom>
          <a:noFill/>
          <a:ln>
            <a:noFill/>
          </a:ln>
        </p:spPr>
      </p:sp>
      <p:sp>
        <p:nvSpPr>
          <p:cNvPr id="535" name="Google Shape;535;p6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536" name="Google Shape;536;p67"/>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537" name="Google Shape;537;p67"/>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38" name="Google Shape;538;p67"/>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39" name="Google Shape;539;p67"/>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540" name="Google Shape;540;p67"/>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541" name="Google Shape;541;p67"/>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542" name="Google Shape;542;p67"/>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543" name="Google Shape;543;p67"/>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544" name="Google Shape;544;p67"/>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545" name="Google Shape;545;p67"/>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546" name="Shape 546"/>
        <p:cNvGrpSpPr/>
        <p:nvPr/>
      </p:nvGrpSpPr>
      <p:grpSpPr>
        <a:xfrm>
          <a:off x="0" y="0"/>
          <a:ext cx="0" cy="0"/>
          <a:chOff x="0" y="0"/>
          <a:chExt cx="0" cy="0"/>
        </a:xfrm>
      </p:grpSpPr>
      <p:sp>
        <p:nvSpPr>
          <p:cNvPr id="547" name="Google Shape;547;p68"/>
          <p:cNvSpPr/>
          <p:nvPr>
            <p:ph idx="2" type="pic"/>
          </p:nvPr>
        </p:nvSpPr>
        <p:spPr>
          <a:xfrm>
            <a:off x="2456700" y="373175"/>
            <a:ext cx="1515000" cy="1616700"/>
          </a:xfrm>
          <a:prstGeom prst="rect">
            <a:avLst/>
          </a:prstGeom>
          <a:noFill/>
          <a:ln>
            <a:noFill/>
          </a:ln>
        </p:spPr>
      </p:sp>
      <p:sp>
        <p:nvSpPr>
          <p:cNvPr id="548" name="Google Shape;548;p68"/>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549" name="Google Shape;549;p68"/>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550" name="Google Shape;550;p68"/>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551" name="Google Shape;551;p68"/>
          <p:cNvSpPr/>
          <p:nvPr>
            <p:ph idx="4" type="pic"/>
          </p:nvPr>
        </p:nvSpPr>
        <p:spPr>
          <a:xfrm>
            <a:off x="4084738" y="373175"/>
            <a:ext cx="1515000" cy="1616700"/>
          </a:xfrm>
          <a:prstGeom prst="rect">
            <a:avLst/>
          </a:prstGeom>
          <a:noFill/>
          <a:ln>
            <a:noFill/>
          </a:ln>
        </p:spPr>
      </p:sp>
      <p:sp>
        <p:nvSpPr>
          <p:cNvPr id="552" name="Google Shape;552;p68"/>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553" name="Google Shape;553;p68"/>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554" name="Google Shape;554;p68"/>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555" name="Google Shape;555;p68"/>
          <p:cNvSpPr/>
          <p:nvPr>
            <p:ph idx="8" type="pic"/>
          </p:nvPr>
        </p:nvSpPr>
        <p:spPr>
          <a:xfrm>
            <a:off x="5713225" y="373175"/>
            <a:ext cx="1515000" cy="1616700"/>
          </a:xfrm>
          <a:prstGeom prst="rect">
            <a:avLst/>
          </a:prstGeom>
          <a:noFill/>
          <a:ln>
            <a:noFill/>
          </a:ln>
        </p:spPr>
      </p:sp>
      <p:sp>
        <p:nvSpPr>
          <p:cNvPr id="556" name="Google Shape;556;p68"/>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557" name="Google Shape;557;p68"/>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558" name="Google Shape;558;p68"/>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559" name="Google Shape;559;p68"/>
          <p:cNvSpPr/>
          <p:nvPr>
            <p:ph idx="15" type="pic"/>
          </p:nvPr>
        </p:nvSpPr>
        <p:spPr>
          <a:xfrm>
            <a:off x="7341950" y="373175"/>
            <a:ext cx="1515000" cy="1616700"/>
          </a:xfrm>
          <a:prstGeom prst="rect">
            <a:avLst/>
          </a:prstGeom>
          <a:noFill/>
          <a:ln>
            <a:noFill/>
          </a:ln>
        </p:spPr>
      </p:sp>
      <p:sp>
        <p:nvSpPr>
          <p:cNvPr id="560" name="Google Shape;560;p68"/>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561" name="Google Shape;561;p68"/>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562" name="Google Shape;562;p68"/>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563" name="Google Shape;563;p68"/>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64" name="Google Shape;564;p68"/>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5" name="Google Shape;565;p68"/>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6" name="Google Shape;566;p68"/>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567" name="Shape 567"/>
        <p:cNvGrpSpPr/>
        <p:nvPr/>
      </p:nvGrpSpPr>
      <p:grpSpPr>
        <a:xfrm>
          <a:off x="0" y="0"/>
          <a:ext cx="0" cy="0"/>
          <a:chOff x="0" y="0"/>
          <a:chExt cx="0" cy="0"/>
        </a:xfrm>
      </p:grpSpPr>
      <p:sp>
        <p:nvSpPr>
          <p:cNvPr id="568" name="Google Shape;568;p69"/>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569" name="Google Shape;569;p69"/>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570" name="Google Shape;570;p69"/>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571" name="Google Shape;571;p69"/>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572" name="Google Shape;572;p69"/>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573" name="Google Shape;573;p69"/>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574" name="Google Shape;574;p69"/>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575" name="Google Shape;575;p69"/>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576" name="Google Shape;576;p69"/>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577" name="Google Shape;577;p69"/>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578" name="Google Shape;578;p69"/>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579" name="Google Shape;579;p69"/>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580" name="Google Shape;580;p69"/>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81" name="Google Shape;581;p69"/>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582" name="Google Shape;582;p69"/>
          <p:cNvSpPr/>
          <p:nvPr>
            <p:ph idx="16" type="pic"/>
          </p:nvPr>
        </p:nvSpPr>
        <p:spPr>
          <a:xfrm>
            <a:off x="290325" y="1862825"/>
            <a:ext cx="663000" cy="1271100"/>
          </a:xfrm>
          <a:prstGeom prst="rect">
            <a:avLst/>
          </a:prstGeom>
          <a:noFill/>
          <a:ln>
            <a:noFill/>
          </a:ln>
        </p:spPr>
      </p:sp>
      <p:sp>
        <p:nvSpPr>
          <p:cNvPr id="583" name="Google Shape;583;p69"/>
          <p:cNvSpPr/>
          <p:nvPr>
            <p:ph idx="17" type="pic"/>
          </p:nvPr>
        </p:nvSpPr>
        <p:spPr>
          <a:xfrm>
            <a:off x="290325" y="3407525"/>
            <a:ext cx="663000" cy="1271100"/>
          </a:xfrm>
          <a:prstGeom prst="rect">
            <a:avLst/>
          </a:prstGeom>
          <a:noFill/>
          <a:ln>
            <a:noFill/>
          </a:ln>
        </p:spPr>
      </p:sp>
      <p:sp>
        <p:nvSpPr>
          <p:cNvPr id="584" name="Google Shape;584;p69"/>
          <p:cNvSpPr/>
          <p:nvPr>
            <p:ph idx="18" type="pic"/>
          </p:nvPr>
        </p:nvSpPr>
        <p:spPr>
          <a:xfrm>
            <a:off x="3191325" y="1862825"/>
            <a:ext cx="663000" cy="1271100"/>
          </a:xfrm>
          <a:prstGeom prst="rect">
            <a:avLst/>
          </a:prstGeom>
          <a:noFill/>
          <a:ln>
            <a:noFill/>
          </a:ln>
        </p:spPr>
      </p:sp>
      <p:sp>
        <p:nvSpPr>
          <p:cNvPr id="585" name="Google Shape;585;p69"/>
          <p:cNvSpPr/>
          <p:nvPr>
            <p:ph idx="19" type="pic"/>
          </p:nvPr>
        </p:nvSpPr>
        <p:spPr>
          <a:xfrm>
            <a:off x="3191325" y="3407525"/>
            <a:ext cx="663000" cy="1271100"/>
          </a:xfrm>
          <a:prstGeom prst="rect">
            <a:avLst/>
          </a:prstGeom>
          <a:noFill/>
          <a:ln>
            <a:noFill/>
          </a:ln>
        </p:spPr>
      </p:sp>
      <p:sp>
        <p:nvSpPr>
          <p:cNvPr id="586" name="Google Shape;586;p69"/>
          <p:cNvSpPr/>
          <p:nvPr>
            <p:ph idx="20" type="pic"/>
          </p:nvPr>
        </p:nvSpPr>
        <p:spPr>
          <a:xfrm>
            <a:off x="6092325" y="1862825"/>
            <a:ext cx="663000" cy="1271100"/>
          </a:xfrm>
          <a:prstGeom prst="rect">
            <a:avLst/>
          </a:prstGeom>
          <a:noFill/>
          <a:ln>
            <a:noFill/>
          </a:ln>
        </p:spPr>
      </p:sp>
      <p:sp>
        <p:nvSpPr>
          <p:cNvPr id="587" name="Google Shape;587;p69"/>
          <p:cNvSpPr/>
          <p:nvPr>
            <p:ph idx="21" type="pic"/>
          </p:nvPr>
        </p:nvSpPr>
        <p:spPr>
          <a:xfrm>
            <a:off x="6092325" y="3407525"/>
            <a:ext cx="663000" cy="1271100"/>
          </a:xfrm>
          <a:prstGeom prst="rect">
            <a:avLst/>
          </a:prstGeom>
          <a:noFill/>
          <a:ln>
            <a:noFill/>
          </a:ln>
        </p:spPr>
      </p:sp>
      <p:sp>
        <p:nvSpPr>
          <p:cNvPr id="588" name="Google Shape;588;p69"/>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9" name="Google Shape;589;p69"/>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590" name="Shape 590"/>
        <p:cNvGrpSpPr/>
        <p:nvPr/>
      </p:nvGrpSpPr>
      <p:grpSpPr>
        <a:xfrm>
          <a:off x="0" y="0"/>
          <a:ext cx="0" cy="0"/>
          <a:chOff x="0" y="0"/>
          <a:chExt cx="0" cy="0"/>
        </a:xfrm>
      </p:grpSpPr>
      <p:sp>
        <p:nvSpPr>
          <p:cNvPr id="591" name="Google Shape;591;p70"/>
          <p:cNvSpPr/>
          <p:nvPr>
            <p:ph idx="2" type="pic"/>
          </p:nvPr>
        </p:nvSpPr>
        <p:spPr>
          <a:xfrm>
            <a:off x="3186000" y="3242875"/>
            <a:ext cx="2798100" cy="1440600"/>
          </a:xfrm>
          <a:prstGeom prst="rect">
            <a:avLst/>
          </a:prstGeom>
          <a:noFill/>
          <a:ln>
            <a:noFill/>
          </a:ln>
        </p:spPr>
      </p:sp>
      <p:sp>
        <p:nvSpPr>
          <p:cNvPr id="592" name="Google Shape;592;p70"/>
          <p:cNvSpPr/>
          <p:nvPr>
            <p:ph idx="3" type="pic"/>
          </p:nvPr>
        </p:nvSpPr>
        <p:spPr>
          <a:xfrm>
            <a:off x="5984100" y="3242875"/>
            <a:ext cx="1440600" cy="1440600"/>
          </a:xfrm>
          <a:prstGeom prst="rect">
            <a:avLst/>
          </a:prstGeom>
          <a:noFill/>
          <a:ln>
            <a:noFill/>
          </a:ln>
        </p:spPr>
      </p:sp>
      <p:sp>
        <p:nvSpPr>
          <p:cNvPr id="593" name="Google Shape;593;p70"/>
          <p:cNvSpPr/>
          <p:nvPr>
            <p:ph idx="4" type="pic"/>
          </p:nvPr>
        </p:nvSpPr>
        <p:spPr>
          <a:xfrm>
            <a:off x="7412150" y="1440350"/>
            <a:ext cx="1441500" cy="3243000"/>
          </a:xfrm>
          <a:prstGeom prst="rect">
            <a:avLst/>
          </a:prstGeom>
          <a:noFill/>
          <a:ln>
            <a:noFill/>
          </a:ln>
        </p:spPr>
      </p:sp>
      <p:sp>
        <p:nvSpPr>
          <p:cNvPr id="594" name="Google Shape;594;p70"/>
          <p:cNvSpPr/>
          <p:nvPr>
            <p:ph idx="5" type="pic"/>
          </p:nvPr>
        </p:nvSpPr>
        <p:spPr>
          <a:xfrm>
            <a:off x="7412150" y="0"/>
            <a:ext cx="1441500" cy="1440600"/>
          </a:xfrm>
          <a:prstGeom prst="rect">
            <a:avLst/>
          </a:prstGeom>
          <a:noFill/>
          <a:ln>
            <a:noFill/>
          </a:ln>
        </p:spPr>
      </p:sp>
      <p:sp>
        <p:nvSpPr>
          <p:cNvPr id="595" name="Google Shape;595;p70"/>
          <p:cNvSpPr/>
          <p:nvPr>
            <p:ph idx="6" type="pic"/>
          </p:nvPr>
        </p:nvSpPr>
        <p:spPr>
          <a:xfrm>
            <a:off x="3184850" y="0"/>
            <a:ext cx="4227300" cy="3243000"/>
          </a:xfrm>
          <a:prstGeom prst="rect">
            <a:avLst/>
          </a:prstGeom>
          <a:noFill/>
          <a:ln>
            <a:noFill/>
          </a:ln>
        </p:spPr>
      </p:sp>
      <p:sp>
        <p:nvSpPr>
          <p:cNvPr id="596" name="Google Shape;596;p7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597" name="Google Shape;597;p70"/>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598" name="Google Shape;598;p70"/>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99" name="Google Shape;599;p70"/>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00" name="Google Shape;600;p70"/>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601" name="Google Shape;601;p70"/>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602" name="Shape 602"/>
        <p:cNvGrpSpPr/>
        <p:nvPr/>
      </p:nvGrpSpPr>
      <p:grpSpPr>
        <a:xfrm>
          <a:off x="0" y="0"/>
          <a:ext cx="0" cy="0"/>
          <a:chOff x="0" y="0"/>
          <a:chExt cx="0" cy="0"/>
        </a:xfrm>
      </p:grpSpPr>
      <p:sp>
        <p:nvSpPr>
          <p:cNvPr id="603" name="Google Shape;603;p71"/>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604" name="Google Shape;604;p71"/>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605" name="Google Shape;605;p7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6" name="Google Shape;606;p71"/>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7" name="Google Shape;607;p7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8" name="Google Shape;608;p71"/>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09" name="Shape 609"/>
        <p:cNvGrpSpPr/>
        <p:nvPr/>
      </p:nvGrpSpPr>
      <p:grpSpPr>
        <a:xfrm>
          <a:off x="0" y="0"/>
          <a:ext cx="0" cy="0"/>
          <a:chOff x="0" y="0"/>
          <a:chExt cx="0" cy="0"/>
        </a:xfrm>
      </p:grpSpPr>
      <p:sp>
        <p:nvSpPr>
          <p:cNvPr id="610" name="Google Shape;610;p72"/>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11" name="Google Shape;611;p7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612" name="Shape 612"/>
        <p:cNvGrpSpPr/>
        <p:nvPr/>
      </p:nvGrpSpPr>
      <p:grpSpPr>
        <a:xfrm>
          <a:off x="0" y="0"/>
          <a:ext cx="0" cy="0"/>
          <a:chOff x="0" y="0"/>
          <a:chExt cx="0" cy="0"/>
        </a:xfrm>
      </p:grpSpPr>
      <p:sp>
        <p:nvSpPr>
          <p:cNvPr id="613" name="Google Shape;613;p73"/>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614" name="Shape 614"/>
        <p:cNvGrpSpPr/>
        <p:nvPr/>
      </p:nvGrpSpPr>
      <p:grpSpPr>
        <a:xfrm>
          <a:off x="0" y="0"/>
          <a:ext cx="0" cy="0"/>
          <a:chOff x="0" y="0"/>
          <a:chExt cx="0" cy="0"/>
        </a:xfrm>
      </p:grpSpPr>
      <p:sp>
        <p:nvSpPr>
          <p:cNvPr id="615" name="Google Shape;615;p7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6" name="Google Shape;616;p7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617" name="Shape 617"/>
        <p:cNvGrpSpPr/>
        <p:nvPr/>
      </p:nvGrpSpPr>
      <p:grpSpPr>
        <a:xfrm>
          <a:off x="0" y="0"/>
          <a:ext cx="0" cy="0"/>
          <a:chOff x="0" y="0"/>
          <a:chExt cx="0" cy="0"/>
        </a:xfrm>
      </p:grpSpPr>
      <p:sp>
        <p:nvSpPr>
          <p:cNvPr id="618" name="Google Shape;618;p75"/>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9" name="Google Shape;619;p7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20" name="Google Shape;620;p75"/>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21" name="Shape 621"/>
        <p:cNvGrpSpPr/>
        <p:nvPr/>
      </p:nvGrpSpPr>
      <p:grpSpPr>
        <a:xfrm>
          <a:off x="0" y="0"/>
          <a:ext cx="0" cy="0"/>
          <a:chOff x="0" y="0"/>
          <a:chExt cx="0" cy="0"/>
        </a:xfrm>
      </p:grpSpPr>
      <p:sp>
        <p:nvSpPr>
          <p:cNvPr id="622" name="Google Shape;622;p76"/>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623" name="Shape 623"/>
        <p:cNvGrpSpPr/>
        <p:nvPr/>
      </p:nvGrpSpPr>
      <p:grpSpPr>
        <a:xfrm>
          <a:off x="0" y="0"/>
          <a:ext cx="0" cy="0"/>
          <a:chOff x="0" y="0"/>
          <a:chExt cx="0" cy="0"/>
        </a:xfrm>
      </p:grpSpPr>
      <p:sp>
        <p:nvSpPr>
          <p:cNvPr id="624" name="Google Shape;624;p77"/>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25" name="Google Shape;625;p7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626" name="Shape 626"/>
        <p:cNvGrpSpPr/>
        <p:nvPr/>
      </p:nvGrpSpPr>
      <p:grpSpPr>
        <a:xfrm>
          <a:off x="0" y="0"/>
          <a:ext cx="0" cy="0"/>
          <a:chOff x="0" y="0"/>
          <a:chExt cx="0" cy="0"/>
        </a:xfrm>
      </p:grpSpPr>
      <p:sp>
        <p:nvSpPr>
          <p:cNvPr id="627" name="Google Shape;627;p78"/>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628" name="Shape 628"/>
        <p:cNvGrpSpPr/>
        <p:nvPr/>
      </p:nvGrpSpPr>
      <p:grpSpPr>
        <a:xfrm>
          <a:off x="0" y="0"/>
          <a:ext cx="0" cy="0"/>
          <a:chOff x="0" y="0"/>
          <a:chExt cx="0" cy="0"/>
        </a:xfrm>
      </p:grpSpPr>
      <p:sp>
        <p:nvSpPr>
          <p:cNvPr id="629" name="Google Shape;629;p79"/>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0" name="Google Shape;630;p7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631" name="Google Shape;631;p7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632" name="Shape 632"/>
        <p:cNvGrpSpPr/>
        <p:nvPr/>
      </p:nvGrpSpPr>
      <p:grpSpPr>
        <a:xfrm>
          <a:off x="0" y="0"/>
          <a:ext cx="0" cy="0"/>
          <a:chOff x="0" y="0"/>
          <a:chExt cx="0" cy="0"/>
        </a:xfrm>
      </p:grpSpPr>
      <p:sp>
        <p:nvSpPr>
          <p:cNvPr id="633" name="Google Shape;633;p8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634" name="Shape 634"/>
        <p:cNvGrpSpPr/>
        <p:nvPr/>
      </p:nvGrpSpPr>
      <p:grpSpPr>
        <a:xfrm>
          <a:off x="0" y="0"/>
          <a:ext cx="0" cy="0"/>
          <a:chOff x="0" y="0"/>
          <a:chExt cx="0" cy="0"/>
        </a:xfrm>
      </p:grpSpPr>
      <p:sp>
        <p:nvSpPr>
          <p:cNvPr id="635" name="Google Shape;635;p81"/>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36" name="Google Shape;636;p8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37" name="Shape 637"/>
        <p:cNvGrpSpPr/>
        <p:nvPr/>
      </p:nvGrpSpPr>
      <p:grpSpPr>
        <a:xfrm>
          <a:off x="0" y="0"/>
          <a:ext cx="0" cy="0"/>
          <a:chOff x="0" y="0"/>
          <a:chExt cx="0" cy="0"/>
        </a:xfrm>
      </p:grpSpPr>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638" name="Shape 638"/>
        <p:cNvGrpSpPr/>
        <p:nvPr/>
      </p:nvGrpSpPr>
      <p:grpSpPr>
        <a:xfrm>
          <a:off x="0" y="0"/>
          <a:ext cx="0" cy="0"/>
          <a:chOff x="0" y="0"/>
          <a:chExt cx="0" cy="0"/>
        </a:xfrm>
      </p:grpSpPr>
      <p:sp>
        <p:nvSpPr>
          <p:cNvPr id="639" name="Google Shape;639;p83"/>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0" name="Google Shape;640;p8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41" name="Google Shape;641;p8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42" name="Google Shape;642;p8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43" name="Google Shape;643;p8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44" name="Google Shape;644;p8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45" name="Google Shape;645;p8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646" name="Shape 646"/>
        <p:cNvGrpSpPr/>
        <p:nvPr/>
      </p:nvGrpSpPr>
      <p:grpSpPr>
        <a:xfrm>
          <a:off x="0" y="0"/>
          <a:ext cx="0" cy="0"/>
          <a:chOff x="0" y="0"/>
          <a:chExt cx="0" cy="0"/>
        </a:xfrm>
      </p:grpSpPr>
      <p:sp>
        <p:nvSpPr>
          <p:cNvPr id="647" name="Google Shape;647;p8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8" name="Google Shape;648;p84"/>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49" name="Google Shape;649;p8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650" name="Shape 650"/>
        <p:cNvGrpSpPr/>
        <p:nvPr/>
      </p:nvGrpSpPr>
      <p:grpSpPr>
        <a:xfrm>
          <a:off x="0" y="0"/>
          <a:ext cx="0" cy="0"/>
          <a:chOff x="0" y="0"/>
          <a:chExt cx="0" cy="0"/>
        </a:xfrm>
      </p:grpSpPr>
      <p:sp>
        <p:nvSpPr>
          <p:cNvPr id="651" name="Google Shape;651;p85"/>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52" name="Google Shape;652;p85"/>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53" name="Google Shape;653;p8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54" name="Google Shape;654;p8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55" name="Google Shape;655;p8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656" name="Shape 656"/>
        <p:cNvGrpSpPr/>
        <p:nvPr/>
      </p:nvGrpSpPr>
      <p:grpSpPr>
        <a:xfrm>
          <a:off x="0" y="0"/>
          <a:ext cx="0" cy="0"/>
          <a:chOff x="0" y="0"/>
          <a:chExt cx="0" cy="0"/>
        </a:xfrm>
      </p:grpSpPr>
      <p:sp>
        <p:nvSpPr>
          <p:cNvPr id="657" name="Google Shape;657;p86"/>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58" name="Google Shape;658;p8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59" name="Google Shape;659;p86"/>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660" name="Google Shape;660;p8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61" name="Google Shape;661;p8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62" name="Google Shape;662;p8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63" name="Google Shape;663;p8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664" name="Shape 664"/>
        <p:cNvGrpSpPr/>
        <p:nvPr/>
      </p:nvGrpSpPr>
      <p:grpSpPr>
        <a:xfrm>
          <a:off x="0" y="0"/>
          <a:ext cx="0" cy="0"/>
          <a:chOff x="0" y="0"/>
          <a:chExt cx="0" cy="0"/>
        </a:xfrm>
      </p:grpSpPr>
      <p:sp>
        <p:nvSpPr>
          <p:cNvPr id="665" name="Google Shape;665;p87"/>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66" name="Google Shape;666;p8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67" name="Google Shape;667;p8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68" name="Google Shape;668;p8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69" name="Google Shape;669;p87"/>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70" name="Google Shape;670;p8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71" name="Google Shape;671;p8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72" name="Google Shape;672;p8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73" name="Google Shape;673;p8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674" name="Shape 674"/>
        <p:cNvGrpSpPr/>
        <p:nvPr/>
      </p:nvGrpSpPr>
      <p:grpSpPr>
        <a:xfrm>
          <a:off x="0" y="0"/>
          <a:ext cx="0" cy="0"/>
          <a:chOff x="0" y="0"/>
          <a:chExt cx="0" cy="0"/>
        </a:xfrm>
      </p:grpSpPr>
      <p:sp>
        <p:nvSpPr>
          <p:cNvPr id="675" name="Google Shape;675;p8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6" name="Google Shape;676;p8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677" name="Shape 677"/>
        <p:cNvGrpSpPr/>
        <p:nvPr/>
      </p:nvGrpSpPr>
      <p:grpSpPr>
        <a:xfrm>
          <a:off x="0" y="0"/>
          <a:ext cx="0" cy="0"/>
          <a:chOff x="0" y="0"/>
          <a:chExt cx="0" cy="0"/>
        </a:xfrm>
      </p:grpSpPr>
      <p:sp>
        <p:nvSpPr>
          <p:cNvPr id="678" name="Google Shape;678;p89"/>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79" name="Google Shape;679;p89"/>
          <p:cNvSpPr/>
          <p:nvPr>
            <p:ph idx="2" type="pic"/>
          </p:nvPr>
        </p:nvSpPr>
        <p:spPr>
          <a:xfrm>
            <a:off x="4804825" y="1133300"/>
            <a:ext cx="4027500" cy="2392800"/>
          </a:xfrm>
          <a:prstGeom prst="rect">
            <a:avLst/>
          </a:prstGeom>
          <a:noFill/>
          <a:ln>
            <a:noFill/>
          </a:ln>
        </p:spPr>
      </p:sp>
      <p:sp>
        <p:nvSpPr>
          <p:cNvPr id="680" name="Google Shape;680;p89"/>
          <p:cNvSpPr/>
          <p:nvPr>
            <p:ph idx="3" type="pic"/>
          </p:nvPr>
        </p:nvSpPr>
        <p:spPr>
          <a:xfrm>
            <a:off x="311725" y="1133300"/>
            <a:ext cx="4027500" cy="2392800"/>
          </a:xfrm>
          <a:prstGeom prst="rect">
            <a:avLst/>
          </a:prstGeom>
          <a:noFill/>
          <a:ln>
            <a:noFill/>
          </a:ln>
        </p:spPr>
      </p:sp>
      <p:sp>
        <p:nvSpPr>
          <p:cNvPr id="681" name="Google Shape;681;p8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82" name="Google Shape;682;p89"/>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3" name="Google Shape;683;p8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84" name="Google Shape;684;p8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685" name="Shape 685"/>
        <p:cNvGrpSpPr/>
        <p:nvPr/>
      </p:nvGrpSpPr>
      <p:grpSpPr>
        <a:xfrm>
          <a:off x="0" y="0"/>
          <a:ext cx="0" cy="0"/>
          <a:chOff x="0" y="0"/>
          <a:chExt cx="0" cy="0"/>
        </a:xfrm>
      </p:grpSpPr>
      <p:sp>
        <p:nvSpPr>
          <p:cNvPr id="686" name="Google Shape;686;p90"/>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87" name="Google Shape;687;p90"/>
          <p:cNvSpPr/>
          <p:nvPr>
            <p:ph idx="2" type="pic"/>
          </p:nvPr>
        </p:nvSpPr>
        <p:spPr>
          <a:xfrm>
            <a:off x="6205225" y="1128325"/>
            <a:ext cx="2627100" cy="2273100"/>
          </a:xfrm>
          <a:prstGeom prst="rect">
            <a:avLst/>
          </a:prstGeom>
          <a:noFill/>
          <a:ln>
            <a:noFill/>
          </a:ln>
        </p:spPr>
      </p:sp>
      <p:sp>
        <p:nvSpPr>
          <p:cNvPr id="688" name="Google Shape;688;p90"/>
          <p:cNvSpPr/>
          <p:nvPr>
            <p:ph idx="3" type="pic"/>
          </p:nvPr>
        </p:nvSpPr>
        <p:spPr>
          <a:xfrm>
            <a:off x="311725" y="1128325"/>
            <a:ext cx="2627100" cy="2273100"/>
          </a:xfrm>
          <a:prstGeom prst="rect">
            <a:avLst/>
          </a:prstGeom>
          <a:noFill/>
          <a:ln>
            <a:noFill/>
          </a:ln>
        </p:spPr>
      </p:sp>
      <p:sp>
        <p:nvSpPr>
          <p:cNvPr id="689" name="Google Shape;689;p9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90" name="Google Shape;690;p90"/>
          <p:cNvSpPr/>
          <p:nvPr>
            <p:ph idx="5" type="pic"/>
          </p:nvPr>
        </p:nvSpPr>
        <p:spPr>
          <a:xfrm>
            <a:off x="3255250" y="1128325"/>
            <a:ext cx="2627100" cy="2273100"/>
          </a:xfrm>
          <a:prstGeom prst="rect">
            <a:avLst/>
          </a:prstGeom>
          <a:noFill/>
          <a:ln>
            <a:noFill/>
          </a:ln>
        </p:spPr>
      </p:sp>
      <p:sp>
        <p:nvSpPr>
          <p:cNvPr id="691" name="Google Shape;691;p9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92" name="Google Shape;692;p9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3" name="Google Shape;693;p9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94" name="Google Shape;694;p9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95" name="Google Shape;695;p9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696" name="Shape 696"/>
        <p:cNvGrpSpPr/>
        <p:nvPr/>
      </p:nvGrpSpPr>
      <p:grpSpPr>
        <a:xfrm>
          <a:off x="0" y="0"/>
          <a:ext cx="0" cy="0"/>
          <a:chOff x="0" y="0"/>
          <a:chExt cx="0" cy="0"/>
        </a:xfrm>
      </p:grpSpPr>
      <p:sp>
        <p:nvSpPr>
          <p:cNvPr id="697" name="Google Shape;697;p9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698" name="Shape 698"/>
        <p:cNvGrpSpPr/>
        <p:nvPr/>
      </p:nvGrpSpPr>
      <p:grpSpPr>
        <a:xfrm>
          <a:off x="0" y="0"/>
          <a:ext cx="0" cy="0"/>
          <a:chOff x="0" y="0"/>
          <a:chExt cx="0" cy="0"/>
        </a:xfrm>
      </p:grpSpPr>
      <p:sp>
        <p:nvSpPr>
          <p:cNvPr id="699" name="Google Shape;699;p92"/>
          <p:cNvSpPr/>
          <p:nvPr>
            <p:ph idx="2" type="pic"/>
          </p:nvPr>
        </p:nvSpPr>
        <p:spPr>
          <a:xfrm>
            <a:off x="3389600" y="118913"/>
            <a:ext cx="1643700" cy="1535100"/>
          </a:xfrm>
          <a:prstGeom prst="rect">
            <a:avLst/>
          </a:prstGeom>
          <a:noFill/>
          <a:ln>
            <a:noFill/>
          </a:ln>
        </p:spPr>
      </p:sp>
      <p:sp>
        <p:nvSpPr>
          <p:cNvPr id="700" name="Google Shape;700;p92"/>
          <p:cNvSpPr/>
          <p:nvPr>
            <p:ph idx="3" type="pic"/>
          </p:nvPr>
        </p:nvSpPr>
        <p:spPr>
          <a:xfrm>
            <a:off x="5195935" y="118913"/>
            <a:ext cx="1643700" cy="1535100"/>
          </a:xfrm>
          <a:prstGeom prst="rect">
            <a:avLst/>
          </a:prstGeom>
          <a:noFill/>
          <a:ln>
            <a:noFill/>
          </a:ln>
        </p:spPr>
      </p:sp>
      <p:sp>
        <p:nvSpPr>
          <p:cNvPr id="701" name="Google Shape;701;p92"/>
          <p:cNvSpPr/>
          <p:nvPr>
            <p:ph idx="4" type="pic"/>
          </p:nvPr>
        </p:nvSpPr>
        <p:spPr>
          <a:xfrm>
            <a:off x="7002270" y="118913"/>
            <a:ext cx="1643700" cy="1535100"/>
          </a:xfrm>
          <a:prstGeom prst="rect">
            <a:avLst/>
          </a:prstGeom>
          <a:noFill/>
          <a:ln>
            <a:noFill/>
          </a:ln>
        </p:spPr>
      </p:sp>
      <p:sp>
        <p:nvSpPr>
          <p:cNvPr id="702" name="Google Shape;702;p92"/>
          <p:cNvSpPr/>
          <p:nvPr>
            <p:ph idx="5" type="pic"/>
          </p:nvPr>
        </p:nvSpPr>
        <p:spPr>
          <a:xfrm>
            <a:off x="3389588" y="1804212"/>
            <a:ext cx="1643700" cy="1535100"/>
          </a:xfrm>
          <a:prstGeom prst="rect">
            <a:avLst/>
          </a:prstGeom>
          <a:noFill/>
          <a:ln>
            <a:noFill/>
          </a:ln>
        </p:spPr>
      </p:sp>
      <p:sp>
        <p:nvSpPr>
          <p:cNvPr id="703" name="Google Shape;703;p92"/>
          <p:cNvSpPr/>
          <p:nvPr>
            <p:ph idx="6" type="pic"/>
          </p:nvPr>
        </p:nvSpPr>
        <p:spPr>
          <a:xfrm>
            <a:off x="5195922" y="1804212"/>
            <a:ext cx="1643700" cy="1535100"/>
          </a:xfrm>
          <a:prstGeom prst="rect">
            <a:avLst/>
          </a:prstGeom>
          <a:noFill/>
          <a:ln>
            <a:noFill/>
          </a:ln>
        </p:spPr>
      </p:sp>
      <p:sp>
        <p:nvSpPr>
          <p:cNvPr id="704" name="Google Shape;704;p92"/>
          <p:cNvSpPr/>
          <p:nvPr>
            <p:ph idx="7" type="pic"/>
          </p:nvPr>
        </p:nvSpPr>
        <p:spPr>
          <a:xfrm>
            <a:off x="7002257" y="1804212"/>
            <a:ext cx="1643700" cy="1535100"/>
          </a:xfrm>
          <a:prstGeom prst="rect">
            <a:avLst/>
          </a:prstGeom>
          <a:noFill/>
          <a:ln>
            <a:noFill/>
          </a:ln>
        </p:spPr>
      </p:sp>
      <p:sp>
        <p:nvSpPr>
          <p:cNvPr id="705" name="Google Shape;705;p92"/>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92"/>
          <p:cNvSpPr/>
          <p:nvPr>
            <p:ph idx="8" type="pic"/>
          </p:nvPr>
        </p:nvSpPr>
        <p:spPr>
          <a:xfrm>
            <a:off x="3389588" y="3489487"/>
            <a:ext cx="1643700" cy="1535100"/>
          </a:xfrm>
          <a:prstGeom prst="rect">
            <a:avLst/>
          </a:prstGeom>
          <a:noFill/>
          <a:ln>
            <a:noFill/>
          </a:ln>
        </p:spPr>
      </p:sp>
      <p:sp>
        <p:nvSpPr>
          <p:cNvPr id="707" name="Google Shape;707;p92"/>
          <p:cNvSpPr/>
          <p:nvPr>
            <p:ph idx="9" type="pic"/>
          </p:nvPr>
        </p:nvSpPr>
        <p:spPr>
          <a:xfrm>
            <a:off x="5195922" y="3489487"/>
            <a:ext cx="1643700" cy="1535100"/>
          </a:xfrm>
          <a:prstGeom prst="rect">
            <a:avLst/>
          </a:prstGeom>
          <a:noFill/>
          <a:ln>
            <a:noFill/>
          </a:ln>
        </p:spPr>
      </p:sp>
      <p:sp>
        <p:nvSpPr>
          <p:cNvPr id="708" name="Google Shape;708;p9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1.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5.xml"/><Relationship Id="rId20" Type="http://schemas.openxmlformats.org/officeDocument/2006/relationships/slideLayout" Target="../slideLayouts/slideLayout65.xml"/><Relationship Id="rId42" Type="http://schemas.openxmlformats.org/officeDocument/2006/relationships/slideLayout" Target="../slideLayouts/slideLayout87.xml"/><Relationship Id="rId41" Type="http://schemas.openxmlformats.org/officeDocument/2006/relationships/slideLayout" Target="../slideLayouts/slideLayout86.xml"/><Relationship Id="rId22" Type="http://schemas.openxmlformats.org/officeDocument/2006/relationships/slideLayout" Target="../slideLayouts/slideLayout67.xml"/><Relationship Id="rId44" Type="http://schemas.openxmlformats.org/officeDocument/2006/relationships/slideLayout" Target="../slideLayouts/slideLayout89.xml"/><Relationship Id="rId21" Type="http://schemas.openxmlformats.org/officeDocument/2006/relationships/slideLayout" Target="../slideLayouts/slideLayout66.xml"/><Relationship Id="rId43" Type="http://schemas.openxmlformats.org/officeDocument/2006/relationships/slideLayout" Target="../slideLayouts/slideLayout88.xml"/><Relationship Id="rId24" Type="http://schemas.openxmlformats.org/officeDocument/2006/relationships/slideLayout" Target="../slideLayouts/slideLayout69.xml"/><Relationship Id="rId46" Type="http://schemas.openxmlformats.org/officeDocument/2006/relationships/theme" Target="../theme/theme2.xml"/><Relationship Id="rId23" Type="http://schemas.openxmlformats.org/officeDocument/2006/relationships/slideLayout" Target="../slideLayouts/slideLayout68.xml"/><Relationship Id="rId45" Type="http://schemas.openxmlformats.org/officeDocument/2006/relationships/slideLayout" Target="../slideLayouts/slideLayout90.xml"/><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9" Type="http://schemas.openxmlformats.org/officeDocument/2006/relationships/slideLayout" Target="../slideLayouts/slideLayout54.xml"/><Relationship Id="rId26" Type="http://schemas.openxmlformats.org/officeDocument/2006/relationships/slideLayout" Target="../slideLayouts/slideLayout71.xml"/><Relationship Id="rId25" Type="http://schemas.openxmlformats.org/officeDocument/2006/relationships/slideLayout" Target="../slideLayouts/slideLayout70.xml"/><Relationship Id="rId28" Type="http://schemas.openxmlformats.org/officeDocument/2006/relationships/slideLayout" Target="../slideLayouts/slideLayout73.xml"/><Relationship Id="rId27" Type="http://schemas.openxmlformats.org/officeDocument/2006/relationships/slideLayout" Target="../slideLayouts/slideLayout72.xml"/><Relationship Id="rId5" Type="http://schemas.openxmlformats.org/officeDocument/2006/relationships/slideLayout" Target="../slideLayouts/slideLayout50.xml"/><Relationship Id="rId6" Type="http://schemas.openxmlformats.org/officeDocument/2006/relationships/slideLayout" Target="../slideLayouts/slideLayout51.xml"/><Relationship Id="rId29" Type="http://schemas.openxmlformats.org/officeDocument/2006/relationships/slideLayout" Target="../slideLayouts/slideLayout74.xml"/><Relationship Id="rId7" Type="http://schemas.openxmlformats.org/officeDocument/2006/relationships/slideLayout" Target="../slideLayouts/slideLayout52.xml"/><Relationship Id="rId8" Type="http://schemas.openxmlformats.org/officeDocument/2006/relationships/slideLayout" Target="../slideLayouts/slideLayout53.xml"/><Relationship Id="rId31" Type="http://schemas.openxmlformats.org/officeDocument/2006/relationships/slideLayout" Target="../slideLayouts/slideLayout76.xml"/><Relationship Id="rId30" Type="http://schemas.openxmlformats.org/officeDocument/2006/relationships/slideLayout" Target="../slideLayouts/slideLayout75.xml"/><Relationship Id="rId11" Type="http://schemas.openxmlformats.org/officeDocument/2006/relationships/slideLayout" Target="../slideLayouts/slideLayout56.xml"/><Relationship Id="rId33" Type="http://schemas.openxmlformats.org/officeDocument/2006/relationships/slideLayout" Target="../slideLayouts/slideLayout78.xml"/><Relationship Id="rId10" Type="http://schemas.openxmlformats.org/officeDocument/2006/relationships/slideLayout" Target="../slideLayouts/slideLayout55.xml"/><Relationship Id="rId32" Type="http://schemas.openxmlformats.org/officeDocument/2006/relationships/slideLayout" Target="../slideLayouts/slideLayout77.xml"/><Relationship Id="rId13" Type="http://schemas.openxmlformats.org/officeDocument/2006/relationships/slideLayout" Target="../slideLayouts/slideLayout58.xml"/><Relationship Id="rId35" Type="http://schemas.openxmlformats.org/officeDocument/2006/relationships/slideLayout" Target="../slideLayouts/slideLayout80.xml"/><Relationship Id="rId12" Type="http://schemas.openxmlformats.org/officeDocument/2006/relationships/slideLayout" Target="../slideLayouts/slideLayout57.xml"/><Relationship Id="rId34" Type="http://schemas.openxmlformats.org/officeDocument/2006/relationships/slideLayout" Target="../slideLayouts/slideLayout79.xml"/><Relationship Id="rId15" Type="http://schemas.openxmlformats.org/officeDocument/2006/relationships/slideLayout" Target="../slideLayouts/slideLayout60.xml"/><Relationship Id="rId37" Type="http://schemas.openxmlformats.org/officeDocument/2006/relationships/slideLayout" Target="../slideLayouts/slideLayout82.xml"/><Relationship Id="rId14" Type="http://schemas.openxmlformats.org/officeDocument/2006/relationships/slideLayout" Target="../slideLayouts/slideLayout59.xml"/><Relationship Id="rId36" Type="http://schemas.openxmlformats.org/officeDocument/2006/relationships/slideLayout" Target="../slideLayouts/slideLayout81.xml"/><Relationship Id="rId17" Type="http://schemas.openxmlformats.org/officeDocument/2006/relationships/slideLayout" Target="../slideLayouts/slideLayout62.xml"/><Relationship Id="rId39" Type="http://schemas.openxmlformats.org/officeDocument/2006/relationships/slideLayout" Target="../slideLayouts/slideLayout84.xml"/><Relationship Id="rId16" Type="http://schemas.openxmlformats.org/officeDocument/2006/relationships/slideLayout" Target="../slideLayouts/slideLayout61.xml"/><Relationship Id="rId38" Type="http://schemas.openxmlformats.org/officeDocument/2006/relationships/slideLayout" Target="../slideLayouts/slideLayout83.xml"/><Relationship Id="rId19" Type="http://schemas.openxmlformats.org/officeDocument/2006/relationships/slideLayout" Target="../slideLayouts/slideLayout64.xml"/><Relationship Id="rId18"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1pPr>
            <a:lvl2pPr indent="-304800" lvl="1" marL="9144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2pPr>
            <a:lvl3pPr indent="-304800" lvl="2" marL="13716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3pPr>
            <a:lvl4pPr indent="-304800" lvl="3" marL="18288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4pPr>
            <a:lvl5pPr indent="-304800" lvl="4" marL="22860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5pPr>
            <a:lvl6pPr indent="-304800" lvl="5" marL="27432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6pPr>
            <a:lvl7pPr indent="-304800" lvl="6" marL="32004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7pPr>
            <a:lvl8pPr indent="-304800" lvl="7" marL="36576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8pPr>
            <a:lvl9pPr indent="-304800" lvl="8" marL="41148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9pPr>
          </a:lstStyle>
          <a:p/>
        </p:txBody>
      </p:sp>
      <p:sp>
        <p:nvSpPr>
          <p:cNvPr id="7" name="Google Shape;7;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1pPr>
            <a:lvl2pPr lvl="1"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2pPr>
            <a:lvl3pPr lvl="2"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3pPr>
            <a:lvl4pPr lvl="3"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4pPr>
            <a:lvl5pPr lvl="4"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5pPr>
            <a:lvl6pPr lvl="5"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6pPr>
            <a:lvl7pPr lvl="6"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7pPr>
            <a:lvl8pPr lvl="7"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8pPr>
            <a:lvl9pPr lvl="8"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9pPr>
          </a:lstStyle>
          <a:p/>
        </p:txBody>
      </p:sp>
      <p:sp>
        <p:nvSpPr>
          <p:cNvPr id="8" name="Google Shape;8;p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lt1"/>
              </a:buClr>
              <a:buSzPts val="600"/>
              <a:buFont typeface="Inter"/>
              <a:buNone/>
              <a:defRPr b="0" i="0" sz="600" u="none" cap="none" strike="noStrike">
                <a:solidFill>
                  <a:schemeClr val="lt1"/>
                </a:solidFill>
                <a:latin typeface="Inter"/>
                <a:ea typeface="Inter"/>
                <a:cs typeface="Inter"/>
                <a:sym typeface="Inter"/>
              </a:defRPr>
            </a:lvl1pPr>
            <a:lvl2pPr lvl="1"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2pPr>
            <a:lvl3pPr lvl="2"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3pPr>
            <a:lvl4pPr lvl="3"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4pPr>
            <a:lvl5pPr lvl="4"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5pPr>
            <a:lvl6pPr lvl="5"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6pPr>
            <a:lvl7pPr lvl="6"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7pPr>
            <a:lvl8pPr lvl="7"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8pPr>
            <a:lvl9pPr lvl="8"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9pPr>
          </a:lstStyle>
          <a:p/>
        </p:txBody>
      </p:sp>
      <p:sp>
        <p:nvSpPr>
          <p:cNvPr id="10" name="Google Shape;10;p1"/>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lt1"/>
              </a:buClr>
              <a:buSzPts val="600"/>
              <a:buFont typeface="Inter"/>
              <a:buNone/>
              <a:defRPr b="0" i="0" sz="600" u="none" cap="none" strike="noStrike">
                <a:solidFill>
                  <a:schemeClr val="lt1"/>
                </a:solidFill>
                <a:latin typeface="Inter"/>
                <a:ea typeface="Inter"/>
                <a:cs typeface="Inter"/>
                <a:sym typeface="Inter"/>
              </a:defRPr>
            </a:lvl1pPr>
            <a:lvl2pPr lvl="1"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2pPr>
            <a:lvl3pPr lvl="2"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3pPr>
            <a:lvl4pPr lvl="3"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4pPr>
            <a:lvl5pPr lvl="4"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5pPr>
            <a:lvl6pPr lvl="5"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6pPr>
            <a:lvl7pPr lvl="6"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7pPr>
            <a:lvl8pPr lvl="7"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8pPr>
            <a:lvl9pPr lvl="8"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9pPr>
          </a:lstStyle>
          <a:p/>
        </p:txBody>
      </p:sp>
      <p:sp>
        <p:nvSpPr>
          <p:cNvPr id="11" name="Google Shape;11;p1"/>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lt1"/>
              </a:buClr>
              <a:buSzPts val="600"/>
              <a:buFont typeface="Inter"/>
              <a:buNone/>
              <a:defRPr b="0" i="0" sz="600" u="none" cap="none" strike="noStrike">
                <a:solidFill>
                  <a:schemeClr val="lt1"/>
                </a:solidFill>
                <a:latin typeface="Inter"/>
                <a:ea typeface="Inter"/>
                <a:cs typeface="Inter"/>
                <a:sym typeface="Inter"/>
              </a:defRPr>
            </a:lvl1pPr>
            <a:lvl2pPr lvl="1"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2pPr>
            <a:lvl3pPr lvl="2"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3pPr>
            <a:lvl4pPr lvl="3"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4pPr>
            <a:lvl5pPr lvl="4"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5pPr>
            <a:lvl6pPr lvl="5"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6pPr>
            <a:lvl7pPr lvl="6"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7pPr>
            <a:lvl8pPr lvl="7"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8pPr>
            <a:lvl9pPr lvl="8"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9pPr>
          </a:lstStyle>
          <a:p/>
        </p:txBody>
      </p:sp>
      <p:sp>
        <p:nvSpPr>
          <p:cNvPr id="12" name="Google Shape;12;p1"/>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1pPr>
            <a:lvl2pPr indent="-304800" lvl="1" marL="9144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2pPr>
            <a:lvl3pPr indent="-304800" lvl="2" marL="13716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3pPr>
            <a:lvl4pPr indent="-304800" lvl="3" marL="18288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4pPr>
            <a:lvl5pPr indent="-304800" lvl="4" marL="22860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5pPr>
            <a:lvl6pPr indent="-304800" lvl="5" marL="27432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6pPr>
            <a:lvl7pPr indent="-304800" lvl="6" marL="32004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7pPr>
            <a:lvl8pPr indent="-304800" lvl="7" marL="36576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8pPr>
            <a:lvl9pPr indent="-304800" lvl="8" marL="41148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357" name="Shape 357"/>
        <p:cNvGrpSpPr/>
        <p:nvPr/>
      </p:nvGrpSpPr>
      <p:grpSpPr>
        <a:xfrm>
          <a:off x="0" y="0"/>
          <a:ext cx="0" cy="0"/>
          <a:chOff x="0" y="0"/>
          <a:chExt cx="0" cy="0"/>
        </a:xfrm>
      </p:grpSpPr>
      <p:sp>
        <p:nvSpPr>
          <p:cNvPr id="358" name="Google Shape;358;p47"/>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359" name="Google Shape;359;p47"/>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360" name="Google Shape;360;p47"/>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61" name="Google Shape;361;p47"/>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362" name="Google Shape;362;p47"/>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363" name="Google Shape;363;p47"/>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364" name="Google Shape;364;p47"/>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 id="2147483727" r:id="rId35"/>
    <p:sldLayoutId id="2147483728" r:id="rId36"/>
    <p:sldLayoutId id="2147483729" r:id="rId37"/>
    <p:sldLayoutId id="2147483730" r:id="rId38"/>
    <p:sldLayoutId id="2147483731" r:id="rId39"/>
    <p:sldLayoutId id="2147483732" r:id="rId40"/>
    <p:sldLayoutId id="2147483733" r:id="rId41"/>
    <p:sldLayoutId id="2147483734" r:id="rId42"/>
    <p:sldLayoutId id="2147483735" r:id="rId43"/>
    <p:sldLayoutId id="2147483736" r:id="rId44"/>
    <p:sldLayoutId id="2147483737"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lxh639@case.edu" TargetMode="External"/><Relationship Id="rId4" Type="http://schemas.openxmlformats.org/officeDocument/2006/relationships/hyperlink" Target="mailto:hxn232@case.edu" TargetMode="External"/><Relationship Id="rId5" Type="http://schemas.openxmlformats.org/officeDocument/2006/relationships/hyperlink" Target="mailto:mxm2004@case.edu" TargetMode="External"/><Relationship Id="rId6" Type="http://schemas.openxmlformats.org/officeDocument/2006/relationships/hyperlink" Target="mailto:kmt86@case.edu"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20.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cxnSp>
        <p:nvCxnSpPr>
          <p:cNvPr id="713" name="Google Shape;713;p93"/>
          <p:cNvCxnSpPr/>
          <p:nvPr/>
        </p:nvCxnSpPr>
        <p:spPr>
          <a:xfrm>
            <a:off x="283850" y="1467534"/>
            <a:ext cx="8573100" cy="0"/>
          </a:xfrm>
          <a:prstGeom prst="straightConnector1">
            <a:avLst/>
          </a:prstGeom>
          <a:noFill/>
          <a:ln cap="flat" cmpd="sng" w="9525">
            <a:solidFill>
              <a:schemeClr val="lt1"/>
            </a:solidFill>
            <a:prstDash val="solid"/>
            <a:round/>
            <a:headEnd len="sm" w="sm" type="none"/>
            <a:tailEnd len="sm" w="sm" type="none"/>
          </a:ln>
        </p:spPr>
      </p:cxnSp>
      <p:cxnSp>
        <p:nvCxnSpPr>
          <p:cNvPr id="714" name="Google Shape;714;p93"/>
          <p:cNvCxnSpPr/>
          <p:nvPr/>
        </p:nvCxnSpPr>
        <p:spPr>
          <a:xfrm>
            <a:off x="283850" y="829634"/>
            <a:ext cx="8573100" cy="0"/>
          </a:xfrm>
          <a:prstGeom prst="straightConnector1">
            <a:avLst/>
          </a:prstGeom>
          <a:noFill/>
          <a:ln cap="flat" cmpd="sng" w="9525">
            <a:solidFill>
              <a:schemeClr val="lt1"/>
            </a:solidFill>
            <a:prstDash val="solid"/>
            <a:round/>
            <a:headEnd len="sm" w="sm" type="none"/>
            <a:tailEnd len="sm" w="sm" type="none"/>
          </a:ln>
        </p:spPr>
      </p:cxnSp>
      <p:sp>
        <p:nvSpPr>
          <p:cNvPr id="715" name="Google Shape;715;p93"/>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716" name="Google Shape;716;p93"/>
          <p:cNvSpPr txBox="1"/>
          <p:nvPr>
            <p:ph type="title"/>
          </p:nvPr>
        </p:nvSpPr>
        <p:spPr>
          <a:xfrm>
            <a:off x="283850" y="224410"/>
            <a:ext cx="6683700" cy="1236900"/>
          </a:xfrm>
          <a:prstGeom prst="rect">
            <a:avLst/>
          </a:prstGeom>
          <a:noFill/>
          <a:ln>
            <a:noFill/>
          </a:ln>
        </p:spPr>
        <p:txBody>
          <a:bodyPr anchorCtr="0" anchor="t" bIns="91425" lIns="0" spcFirstLastPara="1" rIns="91425" wrap="square" tIns="91425">
            <a:noAutofit/>
          </a:bodyPr>
          <a:lstStyle/>
          <a:p>
            <a:pPr indent="0" lvl="0" marL="0" rtl="0" algn="l">
              <a:lnSpc>
                <a:spcPct val="70000"/>
              </a:lnSpc>
              <a:spcBef>
                <a:spcPts val="0"/>
              </a:spcBef>
              <a:spcAft>
                <a:spcPts val="0"/>
              </a:spcAft>
              <a:buClr>
                <a:schemeClr val="lt1"/>
              </a:buClr>
              <a:buSzPts val="1100"/>
              <a:buFont typeface="Arial"/>
              <a:buNone/>
            </a:pPr>
            <a:r>
              <a:rPr lang="en" sz="4800"/>
              <a:t>Project Presentation</a:t>
            </a:r>
            <a:endParaRPr sz="4800"/>
          </a:p>
          <a:p>
            <a:pPr indent="0" lvl="0" marL="0" rtl="0" algn="l">
              <a:lnSpc>
                <a:spcPct val="70000"/>
              </a:lnSpc>
              <a:spcBef>
                <a:spcPts val="0"/>
              </a:spcBef>
              <a:spcAft>
                <a:spcPts val="0"/>
              </a:spcAft>
              <a:buClr>
                <a:schemeClr val="lt1"/>
              </a:buClr>
              <a:buSzPts val="1100"/>
              <a:buFont typeface="Arial"/>
              <a:buNone/>
            </a:pPr>
            <a:r>
              <a:rPr lang="en" sz="2700"/>
              <a:t>Distributed Text Mining Pipeline Using Hadoop MapReduce</a:t>
            </a:r>
            <a:endParaRPr sz="2700"/>
          </a:p>
          <a:p>
            <a:pPr indent="0" lvl="0" marL="0" rtl="0" algn="l">
              <a:lnSpc>
                <a:spcPct val="70000"/>
              </a:lnSpc>
              <a:spcBef>
                <a:spcPts val="0"/>
              </a:spcBef>
              <a:spcAft>
                <a:spcPts val="0"/>
              </a:spcAft>
              <a:buClr>
                <a:schemeClr val="lt1"/>
              </a:buClr>
              <a:buSzPts val="1100"/>
              <a:buFont typeface="Arial"/>
              <a:buNone/>
            </a:pPr>
            <a:r>
              <a:t/>
            </a:r>
            <a:endParaRPr sz="4800"/>
          </a:p>
        </p:txBody>
      </p:sp>
      <p:sp>
        <p:nvSpPr>
          <p:cNvPr id="717" name="Google Shape;717;p93"/>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t>Group 3</a:t>
            </a:r>
            <a:endParaRPr/>
          </a:p>
        </p:txBody>
      </p:sp>
      <p:cxnSp>
        <p:nvCxnSpPr>
          <p:cNvPr id="718" name="Google Shape;718;p93"/>
          <p:cNvCxnSpPr/>
          <p:nvPr/>
        </p:nvCxnSpPr>
        <p:spPr>
          <a:xfrm>
            <a:off x="283850" y="4683734"/>
            <a:ext cx="8573100" cy="0"/>
          </a:xfrm>
          <a:prstGeom prst="straightConnector1">
            <a:avLst/>
          </a:prstGeom>
          <a:noFill/>
          <a:ln cap="flat" cmpd="sng" w="9525">
            <a:solidFill>
              <a:schemeClr val="lt1"/>
            </a:solidFill>
            <a:prstDash val="solid"/>
            <a:round/>
            <a:headEnd len="sm" w="sm" type="none"/>
            <a:tailEnd len="sm" w="sm" type="none"/>
          </a:ln>
        </p:spPr>
      </p:cxnSp>
      <p:sp>
        <p:nvSpPr>
          <p:cNvPr id="719" name="Google Shape;719;p93"/>
          <p:cNvSpPr txBox="1"/>
          <p:nvPr/>
        </p:nvSpPr>
        <p:spPr>
          <a:xfrm>
            <a:off x="332075" y="1506745"/>
            <a:ext cx="8573100" cy="258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Inter"/>
                <a:ea typeface="Inter"/>
                <a:cs typeface="Inter"/>
                <a:sym typeface="Inter"/>
              </a:rPr>
              <a:t>Our group is developing a distributed text mining pipeline to analyze large collections of literary works using parallel computing techniques. The goal is to process a corpus of publicly available novels and group them by popularity to determine whether measurable linguistic and stylistic patterns are associated with successful works. Tasks such as tokenization, n-gram extraction, and TF-IDF computation are implemented using Hadoop MapReduce across HDFS-stored data, with the system containerized via Singularity for reproducibility.</a:t>
            </a:r>
            <a:endParaRPr b="0" i="0" sz="12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lt1"/>
                </a:solidFill>
                <a:latin typeface="Inter"/>
                <a:ea typeface="Inter"/>
                <a:cs typeface="Inter"/>
                <a:sym typeface="Inter"/>
              </a:rPr>
              <a:t>Group 3</a:t>
            </a:r>
            <a:endParaRPr b="1" i="0" sz="12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Inter"/>
                <a:ea typeface="Inter"/>
                <a:cs typeface="Inter"/>
                <a:sym typeface="Inter"/>
              </a:rPr>
              <a:t>Lara Hamo (</a:t>
            </a:r>
            <a:r>
              <a:rPr b="0" i="0" lang="en" sz="1200" u="sng" cap="none" strike="noStrike">
                <a:solidFill>
                  <a:schemeClr val="hlink"/>
                </a:solidFill>
                <a:latin typeface="Inter"/>
                <a:ea typeface="Inter"/>
                <a:cs typeface="Inter"/>
                <a:sym typeface="Inter"/>
                <a:hlinkClick r:id="rId3"/>
              </a:rPr>
              <a:t>lxh639@case.edu</a:t>
            </a:r>
            <a:r>
              <a:rPr b="0" i="0" lang="en" sz="1200" u="none" cap="none" strike="noStrike">
                <a:solidFill>
                  <a:schemeClr val="lt1"/>
                </a:solidFill>
                <a:latin typeface="Inter"/>
                <a:ea typeface="Inter"/>
                <a:cs typeface="Inter"/>
                <a:sym typeface="Inter"/>
              </a:rPr>
              <a:t>)</a:t>
            </a:r>
            <a:endParaRPr b="0" i="0" sz="12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Inter"/>
                <a:ea typeface="Inter"/>
                <a:cs typeface="Inter"/>
                <a:sym typeface="Inter"/>
              </a:rPr>
              <a:t>Hy Nguyen (</a:t>
            </a:r>
            <a:r>
              <a:rPr b="0" i="0" lang="en" sz="1200" u="sng" cap="none" strike="noStrike">
                <a:solidFill>
                  <a:schemeClr val="hlink"/>
                </a:solidFill>
                <a:latin typeface="Inter"/>
                <a:ea typeface="Inter"/>
                <a:cs typeface="Inter"/>
                <a:sym typeface="Inter"/>
                <a:hlinkClick r:id="rId4"/>
              </a:rPr>
              <a:t>hxn232@case.edu</a:t>
            </a:r>
            <a:r>
              <a:rPr b="0" i="0" lang="en" sz="1200" u="none" cap="none" strike="noStrike">
                <a:solidFill>
                  <a:schemeClr val="lt1"/>
                </a:solidFill>
                <a:latin typeface="Inter"/>
                <a:ea typeface="Inter"/>
                <a:cs typeface="Inter"/>
                <a:sym typeface="Inter"/>
              </a:rPr>
              <a:t>) </a:t>
            </a:r>
            <a:endParaRPr b="0" i="0" sz="12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Inter"/>
                <a:ea typeface="Inter"/>
                <a:cs typeface="Inter"/>
                <a:sym typeface="Inter"/>
              </a:rPr>
              <a:t>Maximillian Malz (</a:t>
            </a:r>
            <a:r>
              <a:rPr b="0" i="0" lang="en" sz="1200" u="sng" cap="none" strike="noStrike">
                <a:solidFill>
                  <a:schemeClr val="hlink"/>
                </a:solidFill>
                <a:latin typeface="Inter"/>
                <a:ea typeface="Inter"/>
                <a:cs typeface="Inter"/>
                <a:sym typeface="Inter"/>
                <a:hlinkClick r:id="rId5"/>
              </a:rPr>
              <a:t>mxm2004@case.edu</a:t>
            </a:r>
            <a:r>
              <a:rPr b="0" i="0" lang="en" sz="1200" u="none" cap="none" strike="noStrike">
                <a:solidFill>
                  <a:schemeClr val="lt1"/>
                </a:solidFill>
                <a:latin typeface="Inter"/>
                <a:ea typeface="Inter"/>
                <a:cs typeface="Inter"/>
                <a:sym typeface="Inter"/>
              </a:rPr>
              <a:t>) </a:t>
            </a:r>
            <a:endParaRPr b="0" i="0" sz="12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Inter"/>
                <a:ea typeface="Inter"/>
                <a:cs typeface="Inter"/>
                <a:sym typeface="Inter"/>
              </a:rPr>
              <a:t>Kadijah Taylor (</a:t>
            </a:r>
            <a:r>
              <a:rPr b="0" i="0" lang="en" sz="1200" u="sng" cap="none" strike="noStrike">
                <a:solidFill>
                  <a:schemeClr val="hlink"/>
                </a:solidFill>
                <a:latin typeface="Inter"/>
                <a:ea typeface="Inter"/>
                <a:cs typeface="Inter"/>
                <a:sym typeface="Inter"/>
                <a:hlinkClick r:id="rId6"/>
              </a:rPr>
              <a:t>kmt86@case.edu</a:t>
            </a:r>
            <a:r>
              <a:rPr b="0" i="0" lang="en" sz="1200" u="none" cap="none" strike="noStrike">
                <a:solidFill>
                  <a:schemeClr val="lt1"/>
                </a:solidFill>
                <a:latin typeface="Inter"/>
                <a:ea typeface="Inter"/>
                <a:cs typeface="Inter"/>
                <a:sym typeface="Inter"/>
              </a:rPr>
              <a:t>) </a:t>
            </a:r>
            <a:endParaRPr b="0" i="0" sz="12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Inter"/>
                <a:ea typeface="Inter"/>
                <a:cs typeface="Inter"/>
                <a:sym typeface="Inter"/>
              </a:rPr>
              <a:t>April 27, 2026</a:t>
            </a:r>
            <a:endParaRPr b="0" i="0" sz="1200" u="none" cap="none" strike="noStrike">
              <a:solidFill>
                <a:schemeClr val="lt1"/>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94"/>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SzPts val="600"/>
              <a:buNone/>
            </a:pPr>
            <a:r>
              <a:rPr lang="en" sz="3200">
                <a:latin typeface="Times New Roman"/>
                <a:ea typeface="Times New Roman"/>
                <a:cs typeface="Times New Roman"/>
                <a:sym typeface="Times New Roman"/>
              </a:rPr>
              <a:t>Background</a:t>
            </a:r>
            <a:endParaRPr sz="3200">
              <a:latin typeface="Times New Roman"/>
              <a:ea typeface="Times New Roman"/>
              <a:cs typeface="Times New Roman"/>
              <a:sym typeface="Times New Roman"/>
            </a:endParaRPr>
          </a:p>
        </p:txBody>
      </p:sp>
      <p:sp>
        <p:nvSpPr>
          <p:cNvPr id="725" name="Google Shape;725;p9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Distributed Computing &amp; Hadoop MapReduce</a:t>
            </a:r>
            <a:endParaRPr sz="2000"/>
          </a:p>
          <a:p>
            <a:pPr indent="-355600" lvl="0" marL="457200" rtl="0" algn="l">
              <a:lnSpc>
                <a:spcPct val="115000"/>
              </a:lnSpc>
              <a:spcBef>
                <a:spcPts val="0"/>
              </a:spcBef>
              <a:spcAft>
                <a:spcPts val="0"/>
              </a:spcAft>
              <a:buSzPts val="2000"/>
              <a:buChar char="-"/>
            </a:pPr>
            <a:r>
              <a:rPr lang="en" sz="2000"/>
              <a:t>HDFS Distributed Storage Architecture</a:t>
            </a:r>
            <a:endParaRPr sz="2000"/>
          </a:p>
          <a:p>
            <a:pPr indent="-355600" lvl="0" marL="457200" rtl="0" algn="l">
              <a:lnSpc>
                <a:spcPct val="115000"/>
              </a:lnSpc>
              <a:spcBef>
                <a:spcPts val="0"/>
              </a:spcBef>
              <a:spcAft>
                <a:spcPts val="0"/>
              </a:spcAft>
              <a:buSzPts val="2000"/>
              <a:buChar char="-"/>
            </a:pPr>
            <a:r>
              <a:rPr lang="en" sz="2000"/>
              <a:t>Text Mining: TF-IDF &amp; N-gram Extraction</a:t>
            </a:r>
            <a:endParaRPr sz="2000"/>
          </a:p>
          <a:p>
            <a:pPr indent="-355600" lvl="0" marL="457200" rtl="0" algn="l">
              <a:lnSpc>
                <a:spcPct val="115000"/>
              </a:lnSpc>
              <a:spcBef>
                <a:spcPts val="0"/>
              </a:spcBef>
              <a:spcAft>
                <a:spcPts val="0"/>
              </a:spcAft>
              <a:buSzPts val="2000"/>
              <a:buChar char="-"/>
            </a:pPr>
            <a:r>
              <a:rPr lang="en" sz="2000"/>
              <a:t>Literary Corpus Analysis &amp; Popularity Metrics</a:t>
            </a:r>
            <a:endParaRPr sz="2000"/>
          </a:p>
          <a:p>
            <a:pPr indent="-355600" lvl="0" marL="457200" rtl="0" algn="l">
              <a:lnSpc>
                <a:spcPct val="115000"/>
              </a:lnSpc>
              <a:spcBef>
                <a:spcPts val="0"/>
              </a:spcBef>
              <a:spcAft>
                <a:spcPts val="0"/>
              </a:spcAft>
              <a:buSzPts val="2000"/>
              <a:buChar char="-"/>
            </a:pPr>
            <a:r>
              <a:rPr lang="en" sz="2000"/>
              <a:t>Singularity Containerization for Reproducibility</a:t>
            </a:r>
            <a:endParaRPr sz="2000"/>
          </a:p>
          <a:p>
            <a:pPr indent="-355600" lvl="0" marL="457200" rtl="0" algn="l">
              <a:lnSpc>
                <a:spcPct val="115000"/>
              </a:lnSpc>
              <a:spcBef>
                <a:spcPts val="0"/>
              </a:spcBef>
              <a:spcAft>
                <a:spcPts val="0"/>
              </a:spcAft>
              <a:buSzPts val="2000"/>
              <a:buChar char="-"/>
            </a:pPr>
            <a:r>
              <a:rPr lang="en" sz="2000"/>
              <a:t>Scalability &amp; Performance Evaluation</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95"/>
          <p:cNvSpPr txBox="1"/>
          <p:nvPr>
            <p:ph type="title"/>
          </p:nvPr>
        </p:nvSpPr>
        <p:spPr>
          <a:xfrm>
            <a:off x="125475" y="285900"/>
            <a:ext cx="8773200" cy="758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900"/>
              <a:t>TF-IDF Computation Using MapReduce </a:t>
            </a:r>
            <a:r>
              <a:rPr b="1" lang="en" sz="2900"/>
              <a:t>Overview</a:t>
            </a:r>
            <a:endParaRPr b="1" sz="2900"/>
          </a:p>
          <a:p>
            <a:pPr indent="0" lvl="0" marL="0" rtl="0" algn="l">
              <a:spcBef>
                <a:spcPts val="0"/>
              </a:spcBef>
              <a:spcAft>
                <a:spcPts val="0"/>
              </a:spcAft>
              <a:buNone/>
            </a:pPr>
            <a:r>
              <a:t/>
            </a:r>
            <a:endParaRPr sz="2900"/>
          </a:p>
        </p:txBody>
      </p:sp>
      <p:sp>
        <p:nvSpPr>
          <p:cNvPr id="731" name="Google Shape;731;p95"/>
          <p:cNvSpPr txBox="1"/>
          <p:nvPr/>
        </p:nvSpPr>
        <p:spPr>
          <a:xfrm>
            <a:off x="213900" y="779875"/>
            <a:ext cx="7979400" cy="199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chemeClr val="lt1"/>
                </a:solidFill>
                <a:latin typeface="Inter"/>
                <a:ea typeface="Inter"/>
                <a:cs typeface="Inter"/>
                <a:sym typeface="Inter"/>
              </a:rPr>
              <a:t>Overview:</a:t>
            </a:r>
            <a:endParaRPr sz="1300">
              <a:solidFill>
                <a:schemeClr val="lt1"/>
              </a:solidFill>
              <a:latin typeface="Inter"/>
              <a:ea typeface="Inter"/>
              <a:cs typeface="Inter"/>
              <a:sym typeface="Inter"/>
            </a:endParaRPr>
          </a:p>
          <a:p>
            <a:pPr indent="-311150" lvl="0" marL="4572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Term Frequency (TF): frequency of a word in a document</a:t>
            </a:r>
            <a:endParaRPr sz="1300">
              <a:solidFill>
                <a:schemeClr val="lt1"/>
              </a:solidFill>
              <a:latin typeface="Inter"/>
              <a:ea typeface="Inter"/>
              <a:cs typeface="Inter"/>
              <a:sym typeface="Inter"/>
            </a:endParaRPr>
          </a:p>
          <a:p>
            <a:pPr indent="-311150" lvl="0" marL="4572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Inverse Document Frequency (IDF): rarity of word across all documents</a:t>
            </a:r>
            <a:endParaRPr sz="1300">
              <a:solidFill>
                <a:schemeClr val="lt1"/>
              </a:solidFill>
              <a:latin typeface="Inter"/>
              <a:ea typeface="Inter"/>
              <a:cs typeface="Inter"/>
              <a:sym typeface="Inter"/>
            </a:endParaRPr>
          </a:p>
          <a:p>
            <a:pPr indent="0" lvl="0" marL="0" rtl="0" algn="l">
              <a:lnSpc>
                <a:spcPct val="115000"/>
              </a:lnSpc>
              <a:spcBef>
                <a:spcPts val="0"/>
              </a:spcBef>
              <a:spcAft>
                <a:spcPts val="0"/>
              </a:spcAft>
              <a:buNone/>
            </a:pPr>
            <a:r>
              <a:rPr lang="en" sz="1300">
                <a:solidFill>
                  <a:schemeClr val="lt1"/>
                </a:solidFill>
                <a:latin typeface="Inter"/>
                <a:ea typeface="Inter"/>
                <a:cs typeface="Inter"/>
                <a:sym typeface="Inter"/>
              </a:rPr>
              <a:t>Purpose in Project:</a:t>
            </a:r>
            <a:endParaRPr sz="1300">
              <a:solidFill>
                <a:schemeClr val="lt1"/>
              </a:solidFill>
              <a:latin typeface="Inter"/>
              <a:ea typeface="Inter"/>
              <a:cs typeface="Inter"/>
              <a:sym typeface="Inter"/>
            </a:endParaRPr>
          </a:p>
          <a:p>
            <a:pPr indent="-311150" lvl="0" marL="4572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Identifies important words in each novel</a:t>
            </a:r>
            <a:endParaRPr sz="1300">
              <a:solidFill>
                <a:schemeClr val="lt1"/>
              </a:solidFill>
              <a:latin typeface="Inter"/>
              <a:ea typeface="Inter"/>
              <a:cs typeface="Inter"/>
              <a:sym typeface="Inter"/>
            </a:endParaRPr>
          </a:p>
          <a:p>
            <a:pPr indent="-311150" lvl="0" marL="4572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Filters out common words (such as “the”, “and”, “a”)</a:t>
            </a:r>
            <a:endParaRPr sz="1300">
              <a:solidFill>
                <a:schemeClr val="lt1"/>
              </a:solidFill>
              <a:latin typeface="Inter"/>
              <a:ea typeface="Inter"/>
              <a:cs typeface="Inter"/>
              <a:sym typeface="Inter"/>
            </a:endParaRPr>
          </a:p>
          <a:p>
            <a:pPr indent="-311150" lvl="0" marL="4572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Comparisons of linguistic patterns</a:t>
            </a:r>
            <a:endParaRPr sz="1300">
              <a:solidFill>
                <a:schemeClr val="lt1"/>
              </a:solidFill>
              <a:latin typeface="Inter"/>
              <a:ea typeface="Inter"/>
              <a:cs typeface="Inter"/>
              <a:sym typeface="Inter"/>
            </a:endParaRPr>
          </a:p>
          <a:p>
            <a:pPr indent="0" lvl="0" marL="0" rtl="0" algn="l">
              <a:lnSpc>
                <a:spcPct val="115000"/>
              </a:lnSpc>
              <a:spcBef>
                <a:spcPts val="0"/>
              </a:spcBef>
              <a:spcAft>
                <a:spcPts val="0"/>
              </a:spcAft>
              <a:buNone/>
            </a:pPr>
            <a:r>
              <a:t/>
            </a:r>
            <a:endParaRPr sz="1300">
              <a:solidFill>
                <a:schemeClr val="lt1"/>
              </a:solidFill>
              <a:latin typeface="Inter"/>
              <a:ea typeface="Inter"/>
              <a:cs typeface="Inter"/>
              <a:sym typeface="Inter"/>
            </a:endParaRPr>
          </a:p>
        </p:txBody>
      </p:sp>
      <p:pic>
        <p:nvPicPr>
          <p:cNvPr id="732" name="Google Shape;732;p95"/>
          <p:cNvPicPr preferRelativeResize="0"/>
          <p:nvPr/>
        </p:nvPicPr>
        <p:blipFill>
          <a:blip r:embed="rId3">
            <a:alphaModFix/>
          </a:blip>
          <a:stretch>
            <a:fillRect/>
          </a:stretch>
        </p:blipFill>
        <p:spPr>
          <a:xfrm>
            <a:off x="1657950" y="2636275"/>
            <a:ext cx="5943600" cy="533400"/>
          </a:xfrm>
          <a:prstGeom prst="rect">
            <a:avLst/>
          </a:prstGeom>
          <a:noFill/>
          <a:ln>
            <a:noFill/>
          </a:ln>
        </p:spPr>
      </p:pic>
      <p:pic>
        <p:nvPicPr>
          <p:cNvPr id="733" name="Google Shape;733;p95"/>
          <p:cNvPicPr preferRelativeResize="0"/>
          <p:nvPr/>
        </p:nvPicPr>
        <p:blipFill>
          <a:blip r:embed="rId4">
            <a:alphaModFix/>
          </a:blip>
          <a:stretch>
            <a:fillRect/>
          </a:stretch>
        </p:blipFill>
        <p:spPr>
          <a:xfrm>
            <a:off x="1677000" y="3294025"/>
            <a:ext cx="5905500" cy="1724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cxnSp>
        <p:nvCxnSpPr>
          <p:cNvPr id="738" name="Google Shape;738;p96"/>
          <p:cNvCxnSpPr/>
          <p:nvPr/>
        </p:nvCxnSpPr>
        <p:spPr>
          <a:xfrm>
            <a:off x="283850" y="285900"/>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739" name="Google Shape;739;p96"/>
          <p:cNvCxnSpPr/>
          <p:nvPr/>
        </p:nvCxnSpPr>
        <p:spPr>
          <a:xfrm>
            <a:off x="229050" y="4960275"/>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740" name="Google Shape;740;p96"/>
          <p:cNvCxnSpPr/>
          <p:nvPr/>
        </p:nvCxnSpPr>
        <p:spPr>
          <a:xfrm>
            <a:off x="283850" y="1116850"/>
            <a:ext cx="2773200" cy="0"/>
          </a:xfrm>
          <a:prstGeom prst="straightConnector1">
            <a:avLst/>
          </a:prstGeom>
          <a:noFill/>
          <a:ln cap="flat" cmpd="sng" w="9525">
            <a:solidFill>
              <a:schemeClr val="lt1"/>
            </a:solidFill>
            <a:prstDash val="solid"/>
            <a:round/>
            <a:headEnd len="med" w="med" type="none"/>
            <a:tailEnd len="med" w="med" type="none"/>
          </a:ln>
        </p:spPr>
      </p:cxnSp>
      <p:sp>
        <p:nvSpPr>
          <p:cNvPr id="741" name="Google Shape;741;p96"/>
          <p:cNvSpPr txBox="1"/>
          <p:nvPr/>
        </p:nvSpPr>
        <p:spPr>
          <a:xfrm>
            <a:off x="284850" y="1440575"/>
            <a:ext cx="3954300" cy="3417600"/>
          </a:xfrm>
          <a:prstGeom prst="rect">
            <a:avLst/>
          </a:prstGeom>
          <a:noFill/>
          <a:ln>
            <a:noFill/>
          </a:ln>
        </p:spPr>
        <p:txBody>
          <a:bodyPr anchorCtr="0" anchor="t" bIns="0" lIns="0" spcFirstLastPara="1" rIns="182875" wrap="square" tIns="0">
            <a:noAutofit/>
          </a:bodyPr>
          <a:lstStyle/>
          <a:p>
            <a:pPr indent="0" lvl="0" marL="0" rtl="0" algn="l">
              <a:lnSpc>
                <a:spcPct val="115000"/>
              </a:lnSpc>
              <a:spcBef>
                <a:spcPts val="0"/>
              </a:spcBef>
              <a:spcAft>
                <a:spcPts val="0"/>
              </a:spcAft>
              <a:buNone/>
            </a:pPr>
            <a:r>
              <a:rPr lang="en" sz="1100">
                <a:solidFill>
                  <a:schemeClr val="lt1"/>
                </a:solidFill>
                <a:latin typeface="Inter"/>
                <a:ea typeface="Inter"/>
                <a:cs typeface="Inter"/>
                <a:sym typeface="Inter"/>
              </a:rPr>
              <a:t>Pipeline Integration:</a:t>
            </a:r>
            <a:endParaRPr sz="1100">
              <a:solidFill>
                <a:schemeClr val="lt1"/>
              </a:solidFill>
              <a:latin typeface="Inter"/>
              <a:ea typeface="Inter"/>
              <a:cs typeface="Inter"/>
              <a:sym typeface="Inter"/>
            </a:endParaRPr>
          </a:p>
          <a:p>
            <a:pPr indent="-298450" lvl="0" marL="457200" rtl="0" algn="l">
              <a:lnSpc>
                <a:spcPct val="115000"/>
              </a:lnSpc>
              <a:spcBef>
                <a:spcPts val="0"/>
              </a:spcBef>
              <a:spcAft>
                <a:spcPts val="0"/>
              </a:spcAft>
              <a:buClr>
                <a:schemeClr val="lt1"/>
              </a:buClr>
              <a:buSzPts val="1100"/>
              <a:buFont typeface="Inter"/>
              <a:buChar char="●"/>
            </a:pPr>
            <a:r>
              <a:rPr lang="en" sz="1100">
                <a:solidFill>
                  <a:schemeClr val="lt1"/>
                </a:solidFill>
                <a:latin typeface="Inter"/>
                <a:ea typeface="Inter"/>
                <a:cs typeface="Inter"/>
                <a:sym typeface="Inter"/>
              </a:rPr>
              <a:t>Input: cleaned novels from preprocessing (cleaned_novels)</a:t>
            </a:r>
            <a:endParaRPr sz="1100">
              <a:solidFill>
                <a:schemeClr val="lt1"/>
              </a:solidFill>
              <a:latin typeface="Inter"/>
              <a:ea typeface="Inter"/>
              <a:cs typeface="Inter"/>
              <a:sym typeface="Inter"/>
            </a:endParaRPr>
          </a:p>
          <a:p>
            <a:pPr indent="-298450" lvl="0" marL="457200" rtl="0" algn="l">
              <a:lnSpc>
                <a:spcPct val="115000"/>
              </a:lnSpc>
              <a:spcBef>
                <a:spcPts val="0"/>
              </a:spcBef>
              <a:spcAft>
                <a:spcPts val="0"/>
              </a:spcAft>
              <a:buClr>
                <a:schemeClr val="lt1"/>
              </a:buClr>
              <a:buSzPts val="1100"/>
              <a:buFont typeface="Inter"/>
              <a:buChar char="●"/>
            </a:pPr>
            <a:r>
              <a:rPr lang="en" sz="1100">
                <a:solidFill>
                  <a:schemeClr val="lt1"/>
                </a:solidFill>
                <a:latin typeface="Inter"/>
                <a:ea typeface="Inter"/>
                <a:cs typeface="Inter"/>
                <a:sym typeface="Inter"/>
              </a:rPr>
              <a:t>Output: TF-IDF scores (tfidf_output.txt)</a:t>
            </a:r>
            <a:endParaRPr sz="1100">
              <a:solidFill>
                <a:schemeClr val="lt1"/>
              </a:solidFill>
              <a:latin typeface="Inter"/>
              <a:ea typeface="Inter"/>
              <a:cs typeface="Inter"/>
              <a:sym typeface="Inter"/>
            </a:endParaRPr>
          </a:p>
          <a:p>
            <a:pPr indent="0" lvl="0" marL="0" rtl="0" algn="l">
              <a:lnSpc>
                <a:spcPct val="115000"/>
              </a:lnSpc>
              <a:spcBef>
                <a:spcPts val="0"/>
              </a:spcBef>
              <a:spcAft>
                <a:spcPts val="0"/>
              </a:spcAft>
              <a:buNone/>
            </a:pPr>
            <a:r>
              <a:rPr lang="en" sz="1100">
                <a:solidFill>
                  <a:schemeClr val="lt1"/>
                </a:solidFill>
                <a:latin typeface="Inter"/>
                <a:ea typeface="Inter"/>
                <a:cs typeface="Inter"/>
                <a:sym typeface="Inter"/>
              </a:rPr>
              <a:t>MapReduce Workflow</a:t>
            </a:r>
            <a:endParaRPr sz="1100">
              <a:solidFill>
                <a:schemeClr val="lt1"/>
              </a:solidFill>
              <a:latin typeface="Inter"/>
              <a:ea typeface="Inter"/>
              <a:cs typeface="Inter"/>
              <a:sym typeface="Inter"/>
            </a:endParaRPr>
          </a:p>
          <a:p>
            <a:pPr indent="-298450" lvl="0" marL="457200" rtl="0" algn="l">
              <a:lnSpc>
                <a:spcPct val="115000"/>
              </a:lnSpc>
              <a:spcBef>
                <a:spcPts val="0"/>
              </a:spcBef>
              <a:spcAft>
                <a:spcPts val="0"/>
              </a:spcAft>
              <a:buClr>
                <a:schemeClr val="lt1"/>
              </a:buClr>
              <a:buSzPts val="1100"/>
              <a:buFont typeface="Inter"/>
              <a:buChar char="●"/>
            </a:pPr>
            <a:r>
              <a:rPr lang="en" sz="1100">
                <a:solidFill>
                  <a:schemeClr val="lt1"/>
                </a:solidFill>
                <a:latin typeface="Inter"/>
                <a:ea typeface="Inter"/>
                <a:cs typeface="Inter"/>
                <a:sym typeface="Inter"/>
              </a:rPr>
              <a:t>Mapper:</a:t>
            </a:r>
            <a:endParaRPr sz="1100">
              <a:solidFill>
                <a:schemeClr val="lt1"/>
              </a:solidFill>
              <a:latin typeface="Inter"/>
              <a:ea typeface="Inter"/>
              <a:cs typeface="Inter"/>
              <a:sym typeface="Inter"/>
            </a:endParaRPr>
          </a:p>
          <a:p>
            <a:pPr indent="-298450" lvl="1" marL="914400" rtl="0" algn="l">
              <a:lnSpc>
                <a:spcPct val="115000"/>
              </a:lnSpc>
              <a:spcBef>
                <a:spcPts val="0"/>
              </a:spcBef>
              <a:spcAft>
                <a:spcPts val="0"/>
              </a:spcAft>
              <a:buClr>
                <a:schemeClr val="lt1"/>
              </a:buClr>
              <a:buSzPts val="1100"/>
              <a:buFont typeface="Inter"/>
              <a:buChar char="○"/>
            </a:pPr>
            <a:r>
              <a:rPr lang="en" sz="1100">
                <a:solidFill>
                  <a:schemeClr val="lt1"/>
                </a:solidFill>
                <a:latin typeface="Inter"/>
                <a:ea typeface="Inter"/>
                <a:cs typeface="Inter"/>
                <a:sym typeface="Inter"/>
              </a:rPr>
              <a:t>Emits (word, document, count)</a:t>
            </a:r>
            <a:endParaRPr sz="1100">
              <a:solidFill>
                <a:schemeClr val="lt1"/>
              </a:solidFill>
              <a:latin typeface="Inter"/>
              <a:ea typeface="Inter"/>
              <a:cs typeface="Inter"/>
              <a:sym typeface="Inter"/>
            </a:endParaRPr>
          </a:p>
          <a:p>
            <a:pPr indent="-298450" lvl="0" marL="457200" rtl="0" algn="l">
              <a:lnSpc>
                <a:spcPct val="115000"/>
              </a:lnSpc>
              <a:spcBef>
                <a:spcPts val="0"/>
              </a:spcBef>
              <a:spcAft>
                <a:spcPts val="0"/>
              </a:spcAft>
              <a:buClr>
                <a:schemeClr val="lt1"/>
              </a:buClr>
              <a:buSzPts val="1100"/>
              <a:buFont typeface="Inter"/>
              <a:buChar char="●"/>
            </a:pPr>
            <a:r>
              <a:rPr lang="en" sz="1100">
                <a:solidFill>
                  <a:schemeClr val="lt1"/>
                </a:solidFill>
                <a:latin typeface="Inter"/>
                <a:ea typeface="Inter"/>
                <a:cs typeface="Inter"/>
                <a:sym typeface="Inter"/>
              </a:rPr>
              <a:t>Reducer</a:t>
            </a:r>
            <a:endParaRPr sz="1100">
              <a:solidFill>
                <a:schemeClr val="lt1"/>
              </a:solidFill>
              <a:latin typeface="Inter"/>
              <a:ea typeface="Inter"/>
              <a:cs typeface="Inter"/>
              <a:sym typeface="Inter"/>
            </a:endParaRPr>
          </a:p>
          <a:p>
            <a:pPr indent="-298450" lvl="1" marL="914400" rtl="0" algn="l">
              <a:lnSpc>
                <a:spcPct val="115000"/>
              </a:lnSpc>
              <a:spcBef>
                <a:spcPts val="0"/>
              </a:spcBef>
              <a:spcAft>
                <a:spcPts val="0"/>
              </a:spcAft>
              <a:buClr>
                <a:schemeClr val="lt1"/>
              </a:buClr>
              <a:buSzPts val="1100"/>
              <a:buFont typeface="Inter"/>
              <a:buChar char="○"/>
            </a:pPr>
            <a:r>
              <a:rPr lang="en" sz="1100">
                <a:solidFill>
                  <a:schemeClr val="lt1"/>
                </a:solidFill>
                <a:latin typeface="Inter"/>
                <a:ea typeface="Inter"/>
                <a:cs typeface="Inter"/>
                <a:sym typeface="Inter"/>
              </a:rPr>
              <a:t>Computes TF per document</a:t>
            </a:r>
            <a:endParaRPr sz="1100">
              <a:solidFill>
                <a:schemeClr val="lt1"/>
              </a:solidFill>
              <a:latin typeface="Inter"/>
              <a:ea typeface="Inter"/>
              <a:cs typeface="Inter"/>
              <a:sym typeface="Inter"/>
            </a:endParaRPr>
          </a:p>
          <a:p>
            <a:pPr indent="-298450" lvl="1" marL="914400" rtl="0" algn="l">
              <a:lnSpc>
                <a:spcPct val="115000"/>
              </a:lnSpc>
              <a:spcBef>
                <a:spcPts val="0"/>
              </a:spcBef>
              <a:spcAft>
                <a:spcPts val="0"/>
              </a:spcAft>
              <a:buClr>
                <a:schemeClr val="lt1"/>
              </a:buClr>
              <a:buSzPts val="1100"/>
              <a:buFont typeface="Inter"/>
              <a:buChar char="○"/>
            </a:pPr>
            <a:r>
              <a:rPr lang="en" sz="1100">
                <a:solidFill>
                  <a:schemeClr val="lt1"/>
                </a:solidFill>
                <a:latin typeface="Inter"/>
                <a:ea typeface="Inter"/>
                <a:cs typeface="Inter"/>
                <a:sym typeface="Inter"/>
              </a:rPr>
              <a:t>Computes IDF across all documents</a:t>
            </a:r>
            <a:endParaRPr sz="1100">
              <a:solidFill>
                <a:schemeClr val="lt1"/>
              </a:solidFill>
              <a:latin typeface="Inter"/>
              <a:ea typeface="Inter"/>
              <a:cs typeface="Inter"/>
              <a:sym typeface="Inter"/>
            </a:endParaRPr>
          </a:p>
          <a:p>
            <a:pPr indent="-298450" lvl="1" marL="914400" rtl="0" algn="l">
              <a:lnSpc>
                <a:spcPct val="115000"/>
              </a:lnSpc>
              <a:spcBef>
                <a:spcPts val="0"/>
              </a:spcBef>
              <a:spcAft>
                <a:spcPts val="0"/>
              </a:spcAft>
              <a:buClr>
                <a:schemeClr val="lt1"/>
              </a:buClr>
              <a:buSzPts val="1100"/>
              <a:buFont typeface="Inter"/>
              <a:buChar char="○"/>
            </a:pPr>
            <a:r>
              <a:rPr lang="en" sz="1100">
                <a:solidFill>
                  <a:schemeClr val="lt1"/>
                </a:solidFill>
                <a:latin typeface="Inter"/>
                <a:ea typeface="Inter"/>
                <a:cs typeface="Inter"/>
                <a:sym typeface="Inter"/>
              </a:rPr>
              <a:t>Outputs TF-IDF scores</a:t>
            </a:r>
            <a:endParaRPr sz="1100">
              <a:solidFill>
                <a:schemeClr val="lt1"/>
              </a:solidFill>
              <a:latin typeface="Inter"/>
              <a:ea typeface="Inter"/>
              <a:cs typeface="Inter"/>
              <a:sym typeface="Inter"/>
            </a:endParaRPr>
          </a:p>
          <a:p>
            <a:pPr indent="0" lvl="0" marL="0" rtl="0" algn="l">
              <a:lnSpc>
                <a:spcPct val="115000"/>
              </a:lnSpc>
              <a:spcBef>
                <a:spcPts val="0"/>
              </a:spcBef>
              <a:spcAft>
                <a:spcPts val="0"/>
              </a:spcAft>
              <a:buNone/>
            </a:pPr>
            <a:r>
              <a:rPr lang="en" sz="1100">
                <a:solidFill>
                  <a:schemeClr val="lt1"/>
                </a:solidFill>
                <a:latin typeface="Inter"/>
                <a:ea typeface="Inter"/>
                <a:cs typeface="Inter"/>
                <a:sym typeface="Inter"/>
              </a:rPr>
              <a:t>Execution</a:t>
            </a:r>
            <a:endParaRPr sz="1100">
              <a:solidFill>
                <a:schemeClr val="lt1"/>
              </a:solidFill>
              <a:latin typeface="Inter"/>
              <a:ea typeface="Inter"/>
              <a:cs typeface="Inter"/>
              <a:sym typeface="Inter"/>
            </a:endParaRPr>
          </a:p>
          <a:p>
            <a:pPr indent="-298450" lvl="0" marL="457200" rtl="0" algn="l">
              <a:lnSpc>
                <a:spcPct val="115000"/>
              </a:lnSpc>
              <a:spcBef>
                <a:spcPts val="0"/>
              </a:spcBef>
              <a:spcAft>
                <a:spcPts val="0"/>
              </a:spcAft>
              <a:buClr>
                <a:schemeClr val="lt1"/>
              </a:buClr>
              <a:buSzPts val="1100"/>
              <a:buFont typeface="Inter"/>
              <a:buChar char="●"/>
            </a:pPr>
            <a:r>
              <a:rPr lang="en" sz="1100">
                <a:solidFill>
                  <a:schemeClr val="lt1"/>
                </a:solidFill>
                <a:latin typeface="Inter"/>
                <a:ea typeface="Inter"/>
                <a:cs typeface="Inter"/>
                <a:sym typeface="Inter"/>
              </a:rPr>
              <a:t>Implemented using Python-based Hadoop streaming style</a:t>
            </a:r>
            <a:endParaRPr sz="1100">
              <a:solidFill>
                <a:schemeClr val="lt1"/>
              </a:solidFill>
              <a:latin typeface="Inter"/>
              <a:ea typeface="Inter"/>
              <a:cs typeface="Inter"/>
              <a:sym typeface="Inter"/>
            </a:endParaRPr>
          </a:p>
          <a:p>
            <a:pPr indent="-298450" lvl="0" marL="457200" rtl="0" algn="l">
              <a:lnSpc>
                <a:spcPct val="115000"/>
              </a:lnSpc>
              <a:spcBef>
                <a:spcPts val="0"/>
              </a:spcBef>
              <a:spcAft>
                <a:spcPts val="0"/>
              </a:spcAft>
              <a:buClr>
                <a:schemeClr val="lt1"/>
              </a:buClr>
              <a:buSzPts val="1100"/>
              <a:buFont typeface="Inter"/>
              <a:buChar char="●"/>
            </a:pPr>
            <a:r>
              <a:rPr lang="en" sz="1100">
                <a:solidFill>
                  <a:schemeClr val="lt1"/>
                </a:solidFill>
                <a:latin typeface="Inter"/>
                <a:ea typeface="Inter"/>
                <a:cs typeface="Inter"/>
                <a:sym typeface="Inter"/>
              </a:rPr>
              <a:t>Executed via shell script pipeline (run_tfidf.sh)</a:t>
            </a:r>
            <a:endParaRPr sz="1200">
              <a:solidFill>
                <a:schemeClr val="lt1"/>
              </a:solidFill>
              <a:latin typeface="Inter"/>
              <a:ea typeface="Inter"/>
              <a:cs typeface="Inter"/>
              <a:sym typeface="Inter"/>
            </a:endParaRPr>
          </a:p>
          <a:p>
            <a:pPr indent="0" lvl="0" marL="0" rtl="0" algn="l">
              <a:spcBef>
                <a:spcPts val="0"/>
              </a:spcBef>
              <a:spcAft>
                <a:spcPts val="0"/>
              </a:spcAft>
              <a:buNone/>
            </a:pPr>
            <a:r>
              <a:t/>
            </a:r>
            <a:endParaRPr sz="1800">
              <a:solidFill>
                <a:schemeClr val="lt1"/>
              </a:solidFill>
              <a:latin typeface="Inter"/>
              <a:ea typeface="Inter"/>
              <a:cs typeface="Inter"/>
              <a:sym typeface="Inter"/>
            </a:endParaRPr>
          </a:p>
        </p:txBody>
      </p:sp>
      <p:sp>
        <p:nvSpPr>
          <p:cNvPr id="742" name="Google Shape;742;p96"/>
          <p:cNvSpPr txBox="1"/>
          <p:nvPr/>
        </p:nvSpPr>
        <p:spPr>
          <a:xfrm>
            <a:off x="284700" y="420050"/>
            <a:ext cx="8461800" cy="696900"/>
          </a:xfrm>
          <a:prstGeom prst="rect">
            <a:avLst/>
          </a:prstGeom>
          <a:noFill/>
          <a:ln>
            <a:noFill/>
          </a:ln>
        </p:spPr>
        <p:txBody>
          <a:bodyPr anchorCtr="0" anchor="t" bIns="0" lIns="0" spcFirstLastPara="1" rIns="0" wrap="square" tIns="0">
            <a:noAutofit/>
          </a:bodyPr>
          <a:lstStyle/>
          <a:p>
            <a:pPr indent="0" lvl="0" marL="0" rtl="0" algn="l">
              <a:lnSpc>
                <a:spcPct val="70000"/>
              </a:lnSpc>
              <a:spcBef>
                <a:spcPts val="0"/>
              </a:spcBef>
              <a:spcAft>
                <a:spcPts val="0"/>
              </a:spcAft>
              <a:buNone/>
            </a:pPr>
            <a:r>
              <a:rPr lang="en" sz="3000">
                <a:solidFill>
                  <a:schemeClr val="lt1"/>
                </a:solidFill>
                <a:latin typeface="Inter"/>
                <a:ea typeface="Inter"/>
                <a:cs typeface="Inter"/>
                <a:sym typeface="Inter"/>
              </a:rPr>
              <a:t>TF-IDF Computation Using MapReduce </a:t>
            </a:r>
            <a:r>
              <a:rPr b="1" lang="en" sz="3000">
                <a:solidFill>
                  <a:schemeClr val="lt1"/>
                </a:solidFill>
                <a:latin typeface="Inter"/>
                <a:ea typeface="Inter"/>
                <a:cs typeface="Inter"/>
                <a:sym typeface="Inter"/>
              </a:rPr>
              <a:t>Implementation</a:t>
            </a:r>
            <a:endParaRPr b="1" sz="3000">
              <a:solidFill>
                <a:schemeClr val="lt1"/>
              </a:solidFill>
              <a:latin typeface="Inter"/>
              <a:ea typeface="Inter"/>
              <a:cs typeface="Inter"/>
              <a:sym typeface="Inter"/>
            </a:endParaRPr>
          </a:p>
          <a:p>
            <a:pPr indent="0" lvl="0" marL="0" rtl="0" algn="l">
              <a:lnSpc>
                <a:spcPct val="70000"/>
              </a:lnSpc>
              <a:spcBef>
                <a:spcPts val="0"/>
              </a:spcBef>
              <a:spcAft>
                <a:spcPts val="0"/>
              </a:spcAft>
              <a:buNone/>
            </a:pPr>
            <a:r>
              <a:t/>
            </a:r>
            <a:endParaRPr sz="3000">
              <a:solidFill>
                <a:schemeClr val="lt1"/>
              </a:solidFill>
              <a:latin typeface="Inter"/>
              <a:ea typeface="Inter"/>
              <a:cs typeface="Inter"/>
              <a:sym typeface="Inter"/>
            </a:endParaRPr>
          </a:p>
        </p:txBody>
      </p:sp>
      <p:pic>
        <p:nvPicPr>
          <p:cNvPr id="743" name="Google Shape;743;p96"/>
          <p:cNvPicPr preferRelativeResize="0"/>
          <p:nvPr/>
        </p:nvPicPr>
        <p:blipFill>
          <a:blip r:embed="rId3">
            <a:alphaModFix/>
          </a:blip>
          <a:stretch>
            <a:fillRect/>
          </a:stretch>
        </p:blipFill>
        <p:spPr>
          <a:xfrm>
            <a:off x="4031775" y="1565800"/>
            <a:ext cx="4907200" cy="23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cxnSp>
        <p:nvCxnSpPr>
          <p:cNvPr id="748" name="Google Shape;748;p97"/>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cxnSp>
        <p:nvCxnSpPr>
          <p:cNvPr id="749" name="Google Shape;749;p97"/>
          <p:cNvCxnSpPr/>
          <p:nvPr/>
        </p:nvCxnSpPr>
        <p:spPr>
          <a:xfrm>
            <a:off x="343200" y="1529121"/>
            <a:ext cx="8573100" cy="0"/>
          </a:xfrm>
          <a:prstGeom prst="straightConnector1">
            <a:avLst/>
          </a:prstGeom>
          <a:noFill/>
          <a:ln cap="flat" cmpd="sng" w="9525">
            <a:solidFill>
              <a:schemeClr val="dk1"/>
            </a:solidFill>
            <a:prstDash val="solid"/>
            <a:round/>
            <a:headEnd len="med" w="med" type="none"/>
            <a:tailEnd len="med" w="med" type="none"/>
          </a:ln>
        </p:spPr>
      </p:cxnSp>
      <p:sp>
        <p:nvSpPr>
          <p:cNvPr id="750" name="Google Shape;750;p97"/>
          <p:cNvSpPr txBox="1"/>
          <p:nvPr/>
        </p:nvSpPr>
        <p:spPr>
          <a:xfrm>
            <a:off x="5072100" y="1707925"/>
            <a:ext cx="3844200" cy="2975700"/>
          </a:xfrm>
          <a:prstGeom prst="rect">
            <a:avLst/>
          </a:prstGeom>
          <a:noFill/>
          <a:ln>
            <a:noFill/>
          </a:ln>
        </p:spPr>
        <p:txBody>
          <a:bodyPr anchorCtr="0" anchor="t" bIns="0" lIns="0" spcFirstLastPara="1" rIns="182875" wrap="square" tIns="0">
            <a:noAutofit/>
          </a:bodyPr>
          <a:lstStyle/>
          <a:p>
            <a:pPr indent="0" lvl="0" marL="0" rtl="0" algn="l">
              <a:lnSpc>
                <a:spcPct val="115000"/>
              </a:lnSpc>
              <a:spcBef>
                <a:spcPts val="0"/>
              </a:spcBef>
              <a:spcAft>
                <a:spcPts val="0"/>
              </a:spcAft>
              <a:buClr>
                <a:schemeClr val="lt1"/>
              </a:buClr>
              <a:buSzPts val="1100"/>
              <a:buFont typeface="Arial"/>
              <a:buNone/>
            </a:pPr>
            <a:r>
              <a:rPr lang="en" sz="1200">
                <a:solidFill>
                  <a:schemeClr val="dk1"/>
                </a:solidFill>
                <a:latin typeface="Inter"/>
                <a:ea typeface="Inter"/>
                <a:cs typeface="Inter"/>
                <a:sym typeface="Inter"/>
              </a:rPr>
              <a:t>Output:</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Generated TF-IDF scores for all novels (~1.9 words total)</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Output format: document, word, TF-IDF score</a:t>
            </a:r>
            <a:endParaRPr sz="1200">
              <a:solidFill>
                <a:schemeClr val="dk1"/>
              </a:solidFill>
              <a:latin typeface="Inter"/>
              <a:ea typeface="Inter"/>
              <a:cs typeface="Inter"/>
              <a:sym typeface="Inter"/>
            </a:endParaRPr>
          </a:p>
          <a:p>
            <a:pPr indent="0" lvl="0" marL="0" rtl="0" algn="l">
              <a:lnSpc>
                <a:spcPct val="115000"/>
              </a:lnSpc>
              <a:spcBef>
                <a:spcPts val="0"/>
              </a:spcBef>
              <a:spcAft>
                <a:spcPts val="0"/>
              </a:spcAft>
              <a:buClr>
                <a:schemeClr val="lt1"/>
              </a:buClr>
              <a:buSzPts val="1100"/>
              <a:buFont typeface="Arial"/>
              <a:buNone/>
            </a:pPr>
            <a:r>
              <a:rPr lang="en" sz="1200">
                <a:solidFill>
                  <a:schemeClr val="dk1"/>
                </a:solidFill>
                <a:latin typeface="Inter"/>
                <a:ea typeface="Inter"/>
                <a:cs typeface="Inter"/>
                <a:sym typeface="Inter"/>
              </a:rPr>
              <a:t>Insights from results:</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High-popularity novels:</a:t>
            </a:r>
            <a:endParaRPr sz="1200">
              <a:solidFill>
                <a:schemeClr val="dk1"/>
              </a:solidFill>
              <a:latin typeface="Inter"/>
              <a:ea typeface="Inter"/>
              <a:cs typeface="Inter"/>
              <a:sym typeface="Inter"/>
            </a:endParaRPr>
          </a:p>
          <a:p>
            <a:pPr indent="-304800" lvl="1" marL="914400" rtl="0" algn="l">
              <a:lnSpc>
                <a:spcPct val="115000"/>
              </a:lnSpc>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Emphasis on social and emotional vocab</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Medium-popularity novels:</a:t>
            </a:r>
            <a:endParaRPr sz="1200">
              <a:solidFill>
                <a:schemeClr val="dk1"/>
              </a:solidFill>
              <a:latin typeface="Inter"/>
              <a:ea typeface="Inter"/>
              <a:cs typeface="Inter"/>
              <a:sym typeface="Inter"/>
            </a:endParaRPr>
          </a:p>
          <a:p>
            <a:pPr indent="-304800" lvl="1" marL="914400" rtl="0" algn="l">
              <a:lnSpc>
                <a:spcPct val="115000"/>
              </a:lnSpc>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Dark, psychological terms</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Low-popularity novels:</a:t>
            </a:r>
            <a:endParaRPr sz="1200">
              <a:solidFill>
                <a:schemeClr val="dk1"/>
              </a:solidFill>
              <a:latin typeface="Inter"/>
              <a:ea typeface="Inter"/>
              <a:cs typeface="Inter"/>
              <a:sym typeface="Inter"/>
            </a:endParaRPr>
          </a:p>
          <a:p>
            <a:pPr indent="-304800" lvl="1" marL="914400" rtl="0" algn="l">
              <a:lnSpc>
                <a:spcPct val="115000"/>
              </a:lnSpc>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Archaic and formal vocab</a:t>
            </a:r>
            <a:endParaRPr sz="12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p:txBody>
      </p:sp>
      <p:sp>
        <p:nvSpPr>
          <p:cNvPr id="751" name="Google Shape;751;p97"/>
          <p:cNvSpPr txBox="1"/>
          <p:nvPr>
            <p:ph idx="4" type="title"/>
          </p:nvPr>
        </p:nvSpPr>
        <p:spPr>
          <a:xfrm>
            <a:off x="283850" y="285900"/>
            <a:ext cx="8773800" cy="1413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TF-IDF Computation Using MapReduce </a:t>
            </a:r>
            <a:r>
              <a:rPr lang="en">
                <a:solidFill>
                  <a:schemeClr val="accent1"/>
                </a:solidFill>
              </a:rPr>
              <a:t>Results</a:t>
            </a:r>
            <a:endParaRPr>
              <a:solidFill>
                <a:schemeClr val="accent1"/>
              </a:solidFill>
            </a:endParaRPr>
          </a:p>
          <a:p>
            <a:pPr indent="0" lvl="0" marL="0" rtl="0" algn="l">
              <a:spcBef>
                <a:spcPts val="0"/>
              </a:spcBef>
              <a:spcAft>
                <a:spcPts val="0"/>
              </a:spcAft>
              <a:buNone/>
            </a:pPr>
            <a:r>
              <a:t/>
            </a:r>
            <a:endParaRPr/>
          </a:p>
        </p:txBody>
      </p:sp>
      <p:pic>
        <p:nvPicPr>
          <p:cNvPr id="752" name="Google Shape;752;p97"/>
          <p:cNvPicPr preferRelativeResize="0"/>
          <p:nvPr/>
        </p:nvPicPr>
        <p:blipFill>
          <a:blip r:embed="rId3">
            <a:alphaModFix/>
          </a:blip>
          <a:stretch>
            <a:fillRect/>
          </a:stretch>
        </p:blipFill>
        <p:spPr>
          <a:xfrm>
            <a:off x="283850" y="2072213"/>
            <a:ext cx="4543425" cy="1704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98"/>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sz="2000"/>
              <a:t>Hadoop Configuration</a:t>
            </a:r>
            <a:endParaRPr/>
          </a:p>
        </p:txBody>
      </p:sp>
      <p:sp>
        <p:nvSpPr>
          <p:cNvPr id="758" name="Google Shape;758;p9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Char char="●"/>
            </a:pPr>
            <a:r>
              <a:rPr lang="en"/>
              <a:t>Parallize the operations as a whole through multiple nodes</a:t>
            </a:r>
            <a:endParaRPr/>
          </a:p>
          <a:p>
            <a:pPr indent="-304800" lvl="0" marL="457200" rtl="0" algn="l">
              <a:lnSpc>
                <a:spcPct val="115000"/>
              </a:lnSpc>
              <a:spcBef>
                <a:spcPts val="0"/>
              </a:spcBef>
              <a:spcAft>
                <a:spcPts val="0"/>
              </a:spcAft>
              <a:buSzPts val="1200"/>
              <a:buChar char="●"/>
            </a:pPr>
            <a:r>
              <a:rPr lang="en"/>
              <a:t>Run a slurm job for each node number job</a:t>
            </a:r>
            <a:endParaRPr/>
          </a:p>
          <a:p>
            <a:pPr indent="-304800" lvl="0" marL="457200" rtl="0" algn="l">
              <a:lnSpc>
                <a:spcPct val="115000"/>
              </a:lnSpc>
              <a:spcBef>
                <a:spcPts val="0"/>
              </a:spcBef>
              <a:spcAft>
                <a:spcPts val="0"/>
              </a:spcAft>
              <a:buSzPts val="1200"/>
              <a:buChar char="●"/>
            </a:pPr>
            <a:r>
              <a:rPr lang="en"/>
              <a:t>Generates XML config files inside slurm job, as well as using JAVA, HDFS and YARN</a:t>
            </a:r>
            <a:endParaRPr/>
          </a:p>
          <a:p>
            <a:pPr indent="-304800" lvl="0" marL="457200" rtl="0" algn="l">
              <a:lnSpc>
                <a:spcPct val="115000"/>
              </a:lnSpc>
              <a:spcBef>
                <a:spcPts val="0"/>
              </a:spcBef>
              <a:spcAft>
                <a:spcPts val="0"/>
              </a:spcAft>
              <a:buSzPts val="1200"/>
              <a:buChar char="●"/>
            </a:pPr>
            <a:r>
              <a:rPr lang="en"/>
              <a:t>Single slurm job that would do everything on it’s own and clean up on itself.</a:t>
            </a:r>
            <a:endParaRPr/>
          </a:p>
          <a:p>
            <a:pPr indent="0" lvl="0" marL="457200" rtl="0" algn="l">
              <a:lnSpc>
                <a:spcPct val="115000"/>
              </a:lnSpc>
              <a:spcBef>
                <a:spcPts val="0"/>
              </a:spcBef>
              <a:spcAft>
                <a:spcPts val="0"/>
              </a:spcAft>
              <a:buNone/>
            </a:pPr>
            <a:r>
              <a:t/>
            </a:r>
            <a:endParaRPr/>
          </a:p>
        </p:txBody>
      </p:sp>
      <p:pic>
        <p:nvPicPr>
          <p:cNvPr id="759" name="Google Shape;759;p98"/>
          <p:cNvPicPr preferRelativeResize="0"/>
          <p:nvPr/>
        </p:nvPicPr>
        <p:blipFill>
          <a:blip r:embed="rId3">
            <a:alphaModFix/>
          </a:blip>
          <a:stretch>
            <a:fillRect/>
          </a:stretch>
        </p:blipFill>
        <p:spPr>
          <a:xfrm>
            <a:off x="1" y="2119500"/>
            <a:ext cx="2479951" cy="3193700"/>
          </a:xfrm>
          <a:prstGeom prst="rect">
            <a:avLst/>
          </a:prstGeom>
          <a:noFill/>
          <a:ln>
            <a:noFill/>
          </a:ln>
        </p:spPr>
      </p:pic>
      <p:pic>
        <p:nvPicPr>
          <p:cNvPr id="760" name="Google Shape;760;p98"/>
          <p:cNvPicPr preferRelativeResize="0"/>
          <p:nvPr/>
        </p:nvPicPr>
        <p:blipFill>
          <a:blip r:embed="rId4">
            <a:alphaModFix/>
          </a:blip>
          <a:stretch>
            <a:fillRect/>
          </a:stretch>
        </p:blipFill>
        <p:spPr>
          <a:xfrm>
            <a:off x="2479955" y="2152425"/>
            <a:ext cx="3754175" cy="3255301"/>
          </a:xfrm>
          <a:prstGeom prst="rect">
            <a:avLst/>
          </a:prstGeom>
          <a:noFill/>
          <a:ln>
            <a:noFill/>
          </a:ln>
        </p:spPr>
      </p:pic>
      <p:pic>
        <p:nvPicPr>
          <p:cNvPr id="761" name="Google Shape;761;p98"/>
          <p:cNvPicPr preferRelativeResize="0"/>
          <p:nvPr/>
        </p:nvPicPr>
        <p:blipFill>
          <a:blip r:embed="rId5">
            <a:alphaModFix/>
          </a:blip>
          <a:stretch>
            <a:fillRect/>
          </a:stretch>
        </p:blipFill>
        <p:spPr>
          <a:xfrm>
            <a:off x="6234125" y="2195850"/>
            <a:ext cx="2909876" cy="1820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99"/>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sz="2000"/>
              <a:t>Performance &amp; Scalability Testing</a:t>
            </a:r>
            <a:endParaRPr/>
          </a:p>
        </p:txBody>
      </p:sp>
      <p:sp>
        <p:nvSpPr>
          <p:cNvPr id="767" name="Google Shape;767;p9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Char char="●"/>
            </a:pPr>
            <a:r>
              <a:rPr lang="en"/>
              <a:t>Tried to make a slurm job to submit batch jobs all at once, but didn’t seem to work with testing 4 nodes and 8 nodes.</a:t>
            </a:r>
            <a:endParaRPr/>
          </a:p>
          <a:p>
            <a:pPr indent="-304800" lvl="0" marL="457200" rtl="0" algn="l">
              <a:lnSpc>
                <a:spcPct val="115000"/>
              </a:lnSpc>
              <a:spcBef>
                <a:spcPts val="0"/>
              </a:spcBef>
              <a:spcAft>
                <a:spcPts val="0"/>
              </a:spcAft>
              <a:buSzPts val="1200"/>
              <a:buChar char="●"/>
            </a:pPr>
            <a:r>
              <a:rPr lang="en"/>
              <a:t>Had to make a hadoop folder inside for testing with:</a:t>
            </a:r>
            <a:endParaRPr/>
          </a:p>
          <a:p>
            <a:pPr indent="-304800" lvl="1" marL="914400" rtl="0" algn="l">
              <a:lnSpc>
                <a:spcPct val="115000"/>
              </a:lnSpc>
              <a:spcBef>
                <a:spcPts val="0"/>
              </a:spcBef>
              <a:spcAft>
                <a:spcPts val="0"/>
              </a:spcAft>
              <a:buSzPts val="1200"/>
              <a:buChar char="○"/>
            </a:pPr>
            <a:r>
              <a:rPr lang="en"/>
              <a:t>wget https://archive.apache.org/dist/hadoop/common/hadoop-3.3.6/hadoop-3.3.6.tar.gz </a:t>
            </a:r>
            <a:endParaRPr/>
          </a:p>
          <a:p>
            <a:pPr indent="-304800" lvl="1" marL="914400" rtl="0" algn="l">
              <a:lnSpc>
                <a:spcPct val="115000"/>
              </a:lnSpc>
              <a:spcBef>
                <a:spcPts val="0"/>
              </a:spcBef>
              <a:spcAft>
                <a:spcPts val="0"/>
              </a:spcAft>
              <a:buSzPts val="1200"/>
              <a:buChar char="○"/>
            </a:pPr>
            <a:r>
              <a:rPr lang="en"/>
              <a:t>tar -xzf hadoop-3.3.6.tar.gz </a:t>
            </a:r>
            <a:endParaRPr/>
          </a:p>
          <a:p>
            <a:pPr indent="-304800" lvl="0" marL="457200" rtl="0" algn="l">
              <a:lnSpc>
                <a:spcPct val="115000"/>
              </a:lnSpc>
              <a:spcBef>
                <a:spcPts val="0"/>
              </a:spcBef>
              <a:spcAft>
                <a:spcPts val="0"/>
              </a:spcAft>
              <a:buSzPts val="1200"/>
              <a:buChar char="●"/>
            </a:pPr>
            <a:r>
              <a:rPr lang="en"/>
              <a:t>Could perform performance tests on 1 nodes and 2 nodes, but 4 and 8 nodes were not successful with the current iteration of config/codes?</a:t>
            </a:r>
            <a:endParaRPr/>
          </a:p>
          <a:p>
            <a:pPr indent="-304800" lvl="0" marL="457200" rtl="0" algn="l">
              <a:lnSpc>
                <a:spcPct val="115000"/>
              </a:lnSpc>
              <a:spcBef>
                <a:spcPts val="0"/>
              </a:spcBef>
              <a:spcAft>
                <a:spcPts val="0"/>
              </a:spcAft>
              <a:buSzPts val="1200"/>
              <a:buChar char="●"/>
            </a:pPr>
            <a:r>
              <a:rPr lang="en"/>
              <a:t>Seemed to perform the same between 1 nodes and 2 nodes but that would be likely change when scaling with larger datasets / more nodes as well</a:t>
            </a:r>
            <a:endParaRPr/>
          </a:p>
        </p:txBody>
      </p:sp>
      <p:pic>
        <p:nvPicPr>
          <p:cNvPr id="768" name="Google Shape;768;p99"/>
          <p:cNvPicPr preferRelativeResize="0"/>
          <p:nvPr/>
        </p:nvPicPr>
        <p:blipFill>
          <a:blip r:embed="rId3">
            <a:alphaModFix/>
          </a:blip>
          <a:stretch>
            <a:fillRect/>
          </a:stretch>
        </p:blipFill>
        <p:spPr>
          <a:xfrm>
            <a:off x="722200" y="3312245"/>
            <a:ext cx="3142875" cy="1067300"/>
          </a:xfrm>
          <a:prstGeom prst="rect">
            <a:avLst/>
          </a:prstGeom>
          <a:noFill/>
          <a:ln>
            <a:noFill/>
          </a:ln>
        </p:spPr>
      </p:pic>
      <p:pic>
        <p:nvPicPr>
          <p:cNvPr id="769" name="Google Shape;769;p99"/>
          <p:cNvPicPr preferRelativeResize="0"/>
          <p:nvPr/>
        </p:nvPicPr>
        <p:blipFill>
          <a:blip r:embed="rId4">
            <a:alphaModFix/>
          </a:blip>
          <a:stretch>
            <a:fillRect/>
          </a:stretch>
        </p:blipFill>
        <p:spPr>
          <a:xfrm>
            <a:off x="4141263" y="2985801"/>
            <a:ext cx="3729474" cy="2075925"/>
          </a:xfrm>
          <a:prstGeom prst="rect">
            <a:avLst/>
          </a:prstGeom>
          <a:noFill/>
          <a:ln>
            <a:noFill/>
          </a:ln>
        </p:spPr>
      </p:pic>
      <p:pic>
        <p:nvPicPr>
          <p:cNvPr id="770" name="Google Shape;770;p99"/>
          <p:cNvPicPr preferRelativeResize="0"/>
          <p:nvPr/>
        </p:nvPicPr>
        <p:blipFill>
          <a:blip r:embed="rId5">
            <a:alphaModFix/>
          </a:blip>
          <a:stretch>
            <a:fillRect/>
          </a:stretch>
        </p:blipFill>
        <p:spPr>
          <a:xfrm>
            <a:off x="161174" y="4335274"/>
            <a:ext cx="3980100" cy="491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100"/>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sz="2700"/>
              <a:t>Text Pre-processing Implementation</a:t>
            </a:r>
            <a:endParaRPr sz="4300"/>
          </a:p>
        </p:txBody>
      </p:sp>
      <p:sp>
        <p:nvSpPr>
          <p:cNvPr id="776" name="Google Shape;776;p100"/>
          <p:cNvSpPr txBox="1"/>
          <p:nvPr>
            <p:ph idx="1" type="body"/>
          </p:nvPr>
        </p:nvSpPr>
        <p:spPr>
          <a:xfrm>
            <a:off x="311700" y="989700"/>
            <a:ext cx="8520600" cy="32943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Cleaning (remove punctuation, lowercase)</a:t>
            </a:r>
            <a:endParaRPr sz="2000"/>
          </a:p>
          <a:p>
            <a:pPr indent="-355600" lvl="0" marL="457200" rtl="0" algn="l">
              <a:spcBef>
                <a:spcPts val="0"/>
              </a:spcBef>
              <a:spcAft>
                <a:spcPts val="0"/>
              </a:spcAft>
              <a:buSzPts val="2000"/>
              <a:buChar char="●"/>
            </a:pPr>
            <a:r>
              <a:rPr lang="en" sz="2000"/>
              <a:t>Tokenization (split into words)</a:t>
            </a:r>
            <a:endParaRPr sz="2000"/>
          </a:p>
          <a:p>
            <a:pPr indent="-355600" lvl="0" marL="457200" rtl="0" algn="l">
              <a:spcBef>
                <a:spcPts val="0"/>
              </a:spcBef>
              <a:spcAft>
                <a:spcPts val="0"/>
              </a:spcAft>
              <a:buSzPts val="2000"/>
              <a:buChar char="●"/>
            </a:pPr>
            <a:r>
              <a:rPr lang="en" sz="2000"/>
              <a:t>Stopword removal (remove common words)</a:t>
            </a:r>
            <a:endParaRPr sz="2000"/>
          </a:p>
          <a:p>
            <a:pPr indent="-355600" lvl="0" marL="457200" rtl="0" algn="l">
              <a:spcBef>
                <a:spcPts val="0"/>
              </a:spcBef>
              <a:spcAft>
                <a:spcPts val="0"/>
              </a:spcAft>
              <a:buSzPts val="2000"/>
              <a:buChar char="●"/>
            </a:pPr>
            <a:r>
              <a:rPr lang="en" sz="2000"/>
              <a:t>Stemming (reduce to root form)</a:t>
            </a:r>
            <a:endParaRPr sz="2000"/>
          </a:p>
          <a:p>
            <a:pPr indent="0" lvl="0" marL="0" rtl="0" algn="l">
              <a:lnSpc>
                <a:spcPct val="115000"/>
              </a:lnSpc>
              <a:spcBef>
                <a:spcPts val="0"/>
              </a:spcBef>
              <a:spcAft>
                <a:spcPts val="0"/>
              </a:spcAft>
              <a:buNone/>
            </a:pPr>
            <a:r>
              <a:t/>
            </a:r>
            <a:endParaRPr/>
          </a:p>
        </p:txBody>
      </p:sp>
      <p:pic>
        <p:nvPicPr>
          <p:cNvPr id="777" name="Google Shape;777;p100" title="Screenshot 2026-04-27 145727.png"/>
          <p:cNvPicPr preferRelativeResize="0"/>
          <p:nvPr/>
        </p:nvPicPr>
        <p:blipFill>
          <a:blip r:embed="rId3">
            <a:alphaModFix/>
          </a:blip>
          <a:stretch>
            <a:fillRect/>
          </a:stretch>
        </p:blipFill>
        <p:spPr>
          <a:xfrm>
            <a:off x="216900" y="2466325"/>
            <a:ext cx="4127322" cy="2677175"/>
          </a:xfrm>
          <a:prstGeom prst="rect">
            <a:avLst/>
          </a:prstGeom>
          <a:noFill/>
          <a:ln>
            <a:noFill/>
          </a:ln>
        </p:spPr>
      </p:pic>
      <p:pic>
        <p:nvPicPr>
          <p:cNvPr id="778" name="Google Shape;778;p100" title="Screenshot 2026-04-27 145741.png"/>
          <p:cNvPicPr preferRelativeResize="0"/>
          <p:nvPr/>
        </p:nvPicPr>
        <p:blipFill>
          <a:blip r:embed="rId4">
            <a:alphaModFix/>
          </a:blip>
          <a:stretch>
            <a:fillRect/>
          </a:stretch>
        </p:blipFill>
        <p:spPr>
          <a:xfrm>
            <a:off x="5446050" y="2107825"/>
            <a:ext cx="3697950" cy="3035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101"/>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sz="2600"/>
              <a:t>N-gram Extraction &amp; Analysis</a:t>
            </a:r>
            <a:endParaRPr sz="4200"/>
          </a:p>
        </p:txBody>
      </p:sp>
      <p:sp>
        <p:nvSpPr>
          <p:cNvPr id="784" name="Google Shape;784;p10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Captures word sequences (context)</a:t>
            </a:r>
            <a:endParaRPr sz="1700"/>
          </a:p>
          <a:p>
            <a:pPr indent="-336550" lvl="0" marL="457200" rtl="0" algn="l">
              <a:spcBef>
                <a:spcPts val="0"/>
              </a:spcBef>
              <a:spcAft>
                <a:spcPts val="0"/>
              </a:spcAft>
              <a:buSzPts val="1700"/>
              <a:buChar char="●"/>
            </a:pPr>
            <a:r>
              <a:rPr lang="en" sz="1700"/>
              <a:t>Supports:</a:t>
            </a:r>
            <a:endParaRPr sz="1700"/>
          </a:p>
          <a:p>
            <a:pPr indent="-330200" lvl="0" marL="914400" rtl="0" algn="l">
              <a:spcBef>
                <a:spcPts val="0"/>
              </a:spcBef>
              <a:spcAft>
                <a:spcPts val="0"/>
              </a:spcAft>
              <a:buSzPts val="1600"/>
              <a:buFont typeface="Arial"/>
              <a:buChar char="●"/>
            </a:pPr>
            <a:r>
              <a:rPr lang="en" sz="1700"/>
              <a:t>Unigrams (single words)</a:t>
            </a:r>
            <a:endParaRPr sz="1700"/>
          </a:p>
          <a:p>
            <a:pPr indent="-330200" lvl="0" marL="914400" rtl="0" algn="l">
              <a:spcBef>
                <a:spcPts val="0"/>
              </a:spcBef>
              <a:spcAft>
                <a:spcPts val="0"/>
              </a:spcAft>
              <a:buSzPts val="1600"/>
              <a:buFont typeface="Arial"/>
              <a:buChar char="●"/>
            </a:pPr>
            <a:r>
              <a:rPr lang="en" sz="1700"/>
              <a:t>Bigrams (2-word phrases)</a:t>
            </a:r>
            <a:endParaRPr sz="1700"/>
          </a:p>
          <a:p>
            <a:pPr indent="-330200" lvl="0" marL="914400" rtl="0" algn="l">
              <a:spcBef>
                <a:spcPts val="0"/>
              </a:spcBef>
              <a:spcAft>
                <a:spcPts val="0"/>
              </a:spcAft>
              <a:buSzPts val="1600"/>
              <a:buFont typeface="Arial"/>
              <a:buChar char="●"/>
            </a:pPr>
            <a:r>
              <a:rPr lang="en" sz="1700"/>
              <a:t>Trigrams (3-word phrases)</a:t>
            </a:r>
            <a:endParaRPr sz="1700"/>
          </a:p>
          <a:p>
            <a:pPr indent="0" lvl="0" marL="0" rtl="0" algn="l">
              <a:lnSpc>
                <a:spcPct val="115000"/>
              </a:lnSpc>
              <a:spcBef>
                <a:spcPts val="1200"/>
              </a:spcBef>
              <a:spcAft>
                <a:spcPts val="0"/>
              </a:spcAft>
              <a:buNone/>
            </a:pPr>
            <a:r>
              <a:t/>
            </a:r>
            <a:endParaRPr/>
          </a:p>
        </p:txBody>
      </p:sp>
      <p:pic>
        <p:nvPicPr>
          <p:cNvPr id="785" name="Google Shape;785;p101" title="Screenshot 2026-04-27 145800.png"/>
          <p:cNvPicPr preferRelativeResize="0"/>
          <p:nvPr/>
        </p:nvPicPr>
        <p:blipFill>
          <a:blip r:embed="rId3">
            <a:alphaModFix/>
          </a:blip>
          <a:stretch>
            <a:fillRect/>
          </a:stretch>
        </p:blipFill>
        <p:spPr>
          <a:xfrm>
            <a:off x="4572000" y="1405709"/>
            <a:ext cx="4571999" cy="373779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02"/>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sz="2000"/>
              <a:t>Singularity Containerization</a:t>
            </a:r>
            <a:endParaRPr/>
          </a:p>
        </p:txBody>
      </p:sp>
      <p:sp>
        <p:nvSpPr>
          <p:cNvPr id="791" name="Google Shape;791;p102"/>
          <p:cNvSpPr txBox="1"/>
          <p:nvPr>
            <p:ph idx="1" type="body"/>
          </p:nvPr>
        </p:nvSpPr>
        <p:spPr>
          <a:xfrm>
            <a:off x="201675"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spcBef>
                <a:spcPts val="1400"/>
              </a:spcBef>
              <a:spcAft>
                <a:spcPts val="0"/>
              </a:spcAft>
              <a:buSzPts val="1600"/>
              <a:buFont typeface="Arial"/>
              <a:buChar char="●"/>
            </a:pPr>
            <a:r>
              <a:rPr b="1" lang="en" sz="1600">
                <a:latin typeface="Arial"/>
                <a:ea typeface="Arial"/>
                <a:cs typeface="Arial"/>
                <a:sym typeface="Arial"/>
              </a:rPr>
              <a:t>Problem</a:t>
            </a:r>
            <a:endParaRPr b="1" sz="1600">
              <a:latin typeface="Arial"/>
              <a:ea typeface="Arial"/>
              <a:cs typeface="Arial"/>
              <a:sym typeface="Arial"/>
            </a:endParaRPr>
          </a:p>
          <a:p>
            <a:pPr indent="-317500" lvl="1" marL="914400" rtl="0" algn="l">
              <a:spcBef>
                <a:spcPts val="0"/>
              </a:spcBef>
              <a:spcAft>
                <a:spcPts val="0"/>
              </a:spcAft>
              <a:buSzPts val="1400"/>
              <a:buFont typeface="Arial"/>
              <a:buChar char="○"/>
            </a:pPr>
            <a:r>
              <a:rPr lang="en" sz="1400">
                <a:latin typeface="Arial"/>
                <a:ea typeface="Arial"/>
                <a:cs typeface="Arial"/>
                <a:sym typeface="Arial"/>
              </a:rPr>
              <a:t>Inconsistent environments across nodes</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sz="1400">
                <a:latin typeface="Arial"/>
                <a:ea typeface="Arial"/>
                <a:cs typeface="Arial"/>
                <a:sym typeface="Arial"/>
              </a:rPr>
              <a:t>Dependency conflicts</a:t>
            </a:r>
            <a:endParaRPr sz="1400">
              <a:latin typeface="Arial"/>
              <a:ea typeface="Arial"/>
              <a:cs typeface="Arial"/>
              <a:sym typeface="Arial"/>
            </a:endParaRPr>
          </a:p>
          <a:p>
            <a:pPr indent="-330200" lvl="0" marL="457200" rtl="0" algn="l">
              <a:spcBef>
                <a:spcPts val="0"/>
              </a:spcBef>
              <a:spcAft>
                <a:spcPts val="0"/>
              </a:spcAft>
              <a:buSzPts val="1600"/>
              <a:buFont typeface="Arial"/>
              <a:buChar char="●"/>
            </a:pPr>
            <a:r>
              <a:rPr b="1" lang="en" sz="1600">
                <a:latin typeface="Arial"/>
                <a:ea typeface="Arial"/>
                <a:cs typeface="Arial"/>
                <a:sym typeface="Arial"/>
              </a:rPr>
              <a:t>Solution</a:t>
            </a:r>
            <a:endParaRPr b="1" sz="1600">
              <a:latin typeface="Arial"/>
              <a:ea typeface="Arial"/>
              <a:cs typeface="Arial"/>
              <a:sym typeface="Arial"/>
            </a:endParaRPr>
          </a:p>
          <a:p>
            <a:pPr indent="-317500" lvl="1" marL="914400" rtl="0" algn="l">
              <a:spcBef>
                <a:spcPts val="0"/>
              </a:spcBef>
              <a:spcAft>
                <a:spcPts val="0"/>
              </a:spcAft>
              <a:buSzPts val="1400"/>
              <a:buFont typeface="Arial"/>
              <a:buChar char="○"/>
            </a:pPr>
            <a:r>
              <a:rPr lang="en" sz="1400">
                <a:latin typeface="Arial"/>
                <a:ea typeface="Arial"/>
                <a:cs typeface="Arial"/>
                <a:sym typeface="Arial"/>
              </a:rPr>
              <a:t>Package everything into a container</a:t>
            </a:r>
            <a:endParaRPr sz="1400">
              <a:latin typeface="Arial"/>
              <a:ea typeface="Arial"/>
              <a:cs typeface="Arial"/>
              <a:sym typeface="Arial"/>
            </a:endParaRPr>
          </a:p>
          <a:p>
            <a:pPr indent="0" lvl="0" marL="0" rtl="0" algn="l">
              <a:spcBef>
                <a:spcPts val="1200"/>
              </a:spcBef>
              <a:spcAft>
                <a:spcPts val="0"/>
              </a:spcAft>
              <a:buNone/>
            </a:pPr>
            <a:r>
              <a:rPr b="1" lang="en" sz="1600">
                <a:latin typeface="Arial"/>
                <a:ea typeface="Arial"/>
                <a:cs typeface="Arial"/>
                <a:sym typeface="Arial"/>
              </a:rPr>
              <a:t>Workflow Diagram</a:t>
            </a:r>
            <a:endParaRPr b="1" sz="1600">
              <a:latin typeface="Arial"/>
              <a:ea typeface="Arial"/>
              <a:cs typeface="Arial"/>
              <a:sym typeface="Arial"/>
            </a:endParaRPr>
          </a:p>
          <a:p>
            <a:pPr indent="0" lvl="0" marL="457200" rtl="0" algn="l">
              <a:spcBef>
                <a:spcPts val="1200"/>
              </a:spcBef>
              <a:spcAft>
                <a:spcPts val="0"/>
              </a:spcAft>
              <a:buClr>
                <a:schemeClr val="lt1"/>
              </a:buClr>
              <a:buSzPts val="1100"/>
              <a:buFont typeface="Arial"/>
              <a:buNone/>
            </a:pPr>
            <a:r>
              <a:rPr lang="en" sz="1500"/>
              <a:t>[Singularity Container]</a:t>
            </a:r>
            <a:endParaRPr sz="1500"/>
          </a:p>
          <a:p>
            <a:pPr indent="0" lvl="0" marL="457200" rtl="0" algn="l">
              <a:spcBef>
                <a:spcPts val="0"/>
              </a:spcBef>
              <a:spcAft>
                <a:spcPts val="0"/>
              </a:spcAft>
              <a:buClr>
                <a:schemeClr val="lt1"/>
              </a:buClr>
              <a:buSzPts val="1100"/>
              <a:buFont typeface="Arial"/>
              <a:buNone/>
            </a:pPr>
            <a:r>
              <a:rPr lang="en" sz="1500"/>
              <a:t>   ↓ distributed to nodes</a:t>
            </a:r>
            <a:endParaRPr sz="1500"/>
          </a:p>
          <a:p>
            <a:pPr indent="0" lvl="0" marL="457200" rtl="0" algn="l">
              <a:spcBef>
                <a:spcPts val="0"/>
              </a:spcBef>
              <a:spcAft>
                <a:spcPts val="0"/>
              </a:spcAft>
              <a:buClr>
                <a:schemeClr val="lt1"/>
              </a:buClr>
              <a:buSzPts val="1100"/>
              <a:buFont typeface="Arial"/>
              <a:buNone/>
            </a:pPr>
            <a:r>
              <a:rPr lang="en" sz="1500"/>
              <a:t>[Node 1] [Node 2] [Node 3]</a:t>
            </a:r>
            <a:endParaRPr sz="1500"/>
          </a:p>
          <a:p>
            <a:pPr indent="0" lvl="0" marL="457200" rtl="0" algn="l">
              <a:spcBef>
                <a:spcPts val="0"/>
              </a:spcBef>
              <a:spcAft>
                <a:spcPts val="0"/>
              </a:spcAft>
              <a:buClr>
                <a:schemeClr val="lt1"/>
              </a:buClr>
              <a:buSzPts val="1100"/>
              <a:buFont typeface="Arial"/>
              <a:buNone/>
            </a:pPr>
            <a:r>
              <a:rPr lang="en" sz="1500"/>
              <a:t>   ↓        ↓        ↓</a:t>
            </a:r>
            <a:endParaRPr sz="1500"/>
          </a:p>
          <a:p>
            <a:pPr indent="0" lvl="0" marL="457200" rtl="0" algn="l">
              <a:spcBef>
                <a:spcPts val="0"/>
              </a:spcBef>
              <a:spcAft>
                <a:spcPts val="0"/>
              </a:spcAft>
              <a:buClr>
                <a:schemeClr val="lt1"/>
              </a:buClr>
              <a:buSzPts val="1100"/>
              <a:buFont typeface="Arial"/>
              <a:buNone/>
            </a:pPr>
            <a:r>
              <a:rPr lang="en" sz="1500"/>
              <a:t> Same Mapper + Reducer Execution</a:t>
            </a:r>
            <a:endParaRPr sz="1500"/>
          </a:p>
          <a:p>
            <a:pPr indent="0" lvl="0" marL="457200" rtl="0" algn="l">
              <a:lnSpc>
                <a:spcPct val="115000"/>
              </a:lnSpc>
              <a:spcBef>
                <a:spcPts val="0"/>
              </a:spcBef>
              <a:spcAft>
                <a:spcPts val="0"/>
              </a:spcAft>
              <a:buNone/>
            </a:pPr>
            <a:r>
              <a:t/>
            </a:r>
            <a:endParaRPr/>
          </a:p>
        </p:txBody>
      </p:sp>
      <p:pic>
        <p:nvPicPr>
          <p:cNvPr id="792" name="Google Shape;792;p102" title="Screenshot 2026-04-27 145914.png"/>
          <p:cNvPicPr preferRelativeResize="0"/>
          <p:nvPr/>
        </p:nvPicPr>
        <p:blipFill>
          <a:blip r:embed="rId3">
            <a:alphaModFix/>
          </a:blip>
          <a:stretch>
            <a:fillRect/>
          </a:stretch>
        </p:blipFill>
        <p:spPr>
          <a:xfrm>
            <a:off x="4388624" y="0"/>
            <a:ext cx="2527475" cy="3338825"/>
          </a:xfrm>
          <a:prstGeom prst="rect">
            <a:avLst/>
          </a:prstGeom>
          <a:noFill/>
          <a:ln>
            <a:noFill/>
          </a:ln>
        </p:spPr>
      </p:pic>
      <p:pic>
        <p:nvPicPr>
          <p:cNvPr id="793" name="Google Shape;793;p102" title="Screenshot 2026-04-27 145922.png"/>
          <p:cNvPicPr preferRelativeResize="0"/>
          <p:nvPr/>
        </p:nvPicPr>
        <p:blipFill>
          <a:blip r:embed="rId4">
            <a:alphaModFix/>
          </a:blip>
          <a:stretch>
            <a:fillRect/>
          </a:stretch>
        </p:blipFill>
        <p:spPr>
          <a:xfrm>
            <a:off x="6438399" y="1804675"/>
            <a:ext cx="2840075" cy="3338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97" name="Shape 797"/>
        <p:cNvGrpSpPr/>
        <p:nvPr/>
      </p:nvGrpSpPr>
      <p:grpSpPr>
        <a:xfrm>
          <a:off x="0" y="0"/>
          <a:ext cx="0" cy="0"/>
          <a:chOff x="0" y="0"/>
          <a:chExt cx="0" cy="0"/>
        </a:xfrm>
      </p:grpSpPr>
      <p:sp>
        <p:nvSpPr>
          <p:cNvPr id="798" name="Google Shape;798;p103"/>
          <p:cNvSpPr txBox="1"/>
          <p:nvPr>
            <p:ph type="title"/>
          </p:nvPr>
        </p:nvSpPr>
        <p:spPr>
          <a:xfrm>
            <a:off x="0" y="-600"/>
            <a:ext cx="9144000" cy="572700"/>
          </a:xfrm>
          <a:prstGeom prst="rect">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b="1" lang="en" sz="2000"/>
              <a:t>Dataset Collection &amp; Preparation</a:t>
            </a:r>
            <a:endParaRPr b="1"/>
          </a:p>
        </p:txBody>
      </p:sp>
      <p:sp>
        <p:nvSpPr>
          <p:cNvPr id="799" name="Google Shape;799;p103"/>
          <p:cNvSpPr txBox="1"/>
          <p:nvPr>
            <p:ph idx="1" type="body"/>
          </p:nvPr>
        </p:nvSpPr>
        <p:spPr>
          <a:xfrm>
            <a:off x="0" y="572100"/>
            <a:ext cx="9144000" cy="1715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500"/>
              <a:t>24 novels from Project Gutenberg. HIGH, MEDIUM, LOW popularity tiers</a:t>
            </a:r>
            <a:endParaRPr sz="1500"/>
          </a:p>
          <a:p>
            <a:pPr indent="-323850" lvl="0" marL="457200" rtl="0" algn="l">
              <a:lnSpc>
                <a:spcPct val="115000"/>
              </a:lnSpc>
              <a:spcBef>
                <a:spcPts val="0"/>
              </a:spcBef>
              <a:spcAft>
                <a:spcPts val="0"/>
              </a:spcAft>
              <a:buSzPts val="1500"/>
              <a:buChar char="●"/>
            </a:pPr>
            <a:r>
              <a:rPr lang="en" sz="1500"/>
              <a:t>HIGH .. Pride &amp; Prejudice, Frankenstein, Sherlock Holmes (~81k words)</a:t>
            </a:r>
            <a:endParaRPr sz="1500"/>
          </a:p>
          <a:p>
            <a:pPr indent="-323850" lvl="0" marL="457200" rtl="0" algn="l">
              <a:lnSpc>
                <a:spcPct val="115000"/>
              </a:lnSpc>
              <a:spcBef>
                <a:spcPts val="0"/>
              </a:spcBef>
              <a:spcAft>
                <a:spcPts val="0"/>
              </a:spcAft>
              <a:buSzPts val="1500"/>
              <a:buChar char="●"/>
            </a:pPr>
            <a:r>
              <a:rPr lang="en" sz="1500"/>
              <a:t>MEDIUM .. Dracula, Crime &amp; Punishment, Dorian Gray (~56k words)</a:t>
            </a:r>
            <a:endParaRPr sz="1500"/>
          </a:p>
          <a:p>
            <a:pPr indent="-323850" lvl="0" marL="457200" rtl="0" algn="l">
              <a:lnSpc>
                <a:spcPct val="115000"/>
              </a:lnSpc>
              <a:spcBef>
                <a:spcPts val="0"/>
              </a:spcBef>
              <a:spcAft>
                <a:spcPts val="0"/>
              </a:spcAft>
              <a:buSzPts val="1500"/>
              <a:buChar char="●"/>
            </a:pPr>
            <a:r>
              <a:rPr lang="en" sz="1500"/>
              <a:t>LOW .. Don Quixote, Great Expectations, Leviathan (~102k words)</a:t>
            </a:r>
            <a:endParaRPr sz="1500"/>
          </a:p>
          <a:p>
            <a:pPr indent="-323850" lvl="0" marL="457200" rtl="0" algn="l">
              <a:lnSpc>
                <a:spcPct val="115000"/>
              </a:lnSpc>
              <a:spcBef>
                <a:spcPts val="0"/>
              </a:spcBef>
              <a:spcAft>
                <a:spcPts val="0"/>
              </a:spcAft>
              <a:buSzPts val="1500"/>
              <a:buChar char="●"/>
            </a:pPr>
            <a:r>
              <a:rPr lang="en" sz="1500"/>
              <a:t>Collect ..novels.py: dual-URL fallback, rate-limited, boilerplate stripped</a:t>
            </a:r>
            <a:endParaRPr sz="1500"/>
          </a:p>
          <a:p>
            <a:pPr indent="-323850" lvl="0" marL="457200" rtl="0" algn="l">
              <a:lnSpc>
                <a:spcPct val="115000"/>
              </a:lnSpc>
              <a:spcBef>
                <a:spcPts val="0"/>
              </a:spcBef>
              <a:spcAft>
                <a:spcPts val="0"/>
              </a:spcAft>
              <a:buSzPts val="1500"/>
              <a:buChar char="●"/>
            </a:pPr>
            <a:r>
              <a:rPr lang="en" sz="1500"/>
              <a:t>Output .. one sentence per line for Hadoop TextInputFormat</a:t>
            </a:r>
            <a:endParaRPr sz="1500"/>
          </a:p>
        </p:txBody>
      </p:sp>
      <p:pic>
        <p:nvPicPr>
          <p:cNvPr id="800" name="Google Shape;800;p103" title="438collectnovels.png"/>
          <p:cNvPicPr preferRelativeResize="0"/>
          <p:nvPr/>
        </p:nvPicPr>
        <p:blipFill>
          <a:blip r:embed="rId3">
            <a:alphaModFix/>
          </a:blip>
          <a:stretch>
            <a:fillRect/>
          </a:stretch>
        </p:blipFill>
        <p:spPr>
          <a:xfrm>
            <a:off x="0" y="2287200"/>
            <a:ext cx="4572000" cy="2856300"/>
          </a:xfrm>
          <a:prstGeom prst="rect">
            <a:avLst/>
          </a:prstGeom>
          <a:noFill/>
          <a:ln>
            <a:noFill/>
          </a:ln>
        </p:spPr>
      </p:pic>
      <p:pic>
        <p:nvPicPr>
          <p:cNvPr id="801" name="Google Shape;801;p103" title="438prepnovels.png"/>
          <p:cNvPicPr preferRelativeResize="0"/>
          <p:nvPr/>
        </p:nvPicPr>
        <p:blipFill>
          <a:blip r:embed="rId4">
            <a:alphaModFix/>
          </a:blip>
          <a:stretch>
            <a:fillRect/>
          </a:stretch>
        </p:blipFill>
        <p:spPr>
          <a:xfrm>
            <a:off x="4572000" y="2287200"/>
            <a:ext cx="4572001" cy="28563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05" name="Shape 805"/>
        <p:cNvGrpSpPr/>
        <p:nvPr/>
      </p:nvGrpSpPr>
      <p:grpSpPr>
        <a:xfrm>
          <a:off x="0" y="0"/>
          <a:ext cx="0" cy="0"/>
          <a:chOff x="0" y="0"/>
          <a:chExt cx="0" cy="0"/>
        </a:xfrm>
      </p:grpSpPr>
      <p:sp>
        <p:nvSpPr>
          <p:cNvPr id="806" name="Google Shape;806;p104"/>
          <p:cNvSpPr txBox="1"/>
          <p:nvPr>
            <p:ph type="title"/>
          </p:nvPr>
        </p:nvSpPr>
        <p:spPr>
          <a:xfrm>
            <a:off x="0" y="-600"/>
            <a:ext cx="9144000" cy="572700"/>
          </a:xfrm>
          <a:prstGeom prst="rect">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b="1" lang="en" sz="2000"/>
              <a:t>HDFS Data Organization</a:t>
            </a:r>
            <a:endParaRPr b="1"/>
          </a:p>
        </p:txBody>
      </p:sp>
      <p:sp>
        <p:nvSpPr>
          <p:cNvPr id="807" name="Google Shape;807;p104"/>
          <p:cNvSpPr txBox="1"/>
          <p:nvPr>
            <p:ph idx="1" type="body"/>
          </p:nvPr>
        </p:nvSpPr>
        <p:spPr>
          <a:xfrm>
            <a:off x="0" y="572100"/>
            <a:ext cx="9144000" cy="1715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500"/>
              <a:t>HDFS root at /project/ .. scripted via organize_hdfs.py</a:t>
            </a:r>
            <a:endParaRPr sz="1500"/>
          </a:p>
          <a:p>
            <a:pPr indent="-323850" lvl="0" marL="457200" rtl="0" algn="l">
              <a:lnSpc>
                <a:spcPct val="115000"/>
              </a:lnSpc>
              <a:spcBef>
                <a:spcPts val="0"/>
              </a:spcBef>
              <a:spcAft>
                <a:spcPts val="0"/>
              </a:spcAft>
              <a:buSzPts val="1500"/>
              <a:buChar char="●"/>
            </a:pPr>
            <a:r>
              <a:rPr lang="en" sz="1500"/>
              <a:t>/project/corpus/high|medium|low/ .. partitioned by popularity tier</a:t>
            </a:r>
            <a:endParaRPr sz="1500"/>
          </a:p>
          <a:p>
            <a:pPr indent="-323850" lvl="0" marL="457200" rtl="0" algn="l">
              <a:lnSpc>
                <a:spcPct val="115000"/>
              </a:lnSpc>
              <a:spcBef>
                <a:spcPts val="0"/>
              </a:spcBef>
              <a:spcAft>
                <a:spcPts val="0"/>
              </a:spcAft>
              <a:buSzPts val="1500"/>
              <a:buChar char="●"/>
            </a:pPr>
            <a:r>
              <a:rPr lang="en" sz="1500"/>
              <a:t>/project/metadata/dataset_metadata.json .. shared across all jobs</a:t>
            </a:r>
            <a:endParaRPr sz="1500"/>
          </a:p>
          <a:p>
            <a:pPr indent="-323850" lvl="0" marL="457200" rtl="0" algn="l">
              <a:lnSpc>
                <a:spcPct val="115000"/>
              </a:lnSpc>
              <a:spcBef>
                <a:spcPts val="0"/>
              </a:spcBef>
              <a:spcAft>
                <a:spcPts val="0"/>
              </a:spcAft>
              <a:buSzPts val="1500"/>
              <a:buChar char="●"/>
            </a:pPr>
            <a:r>
              <a:rPr lang="en" sz="1500"/>
              <a:t>/project/output/tfidf|ngrams|preprocessing/ .. pre-created output dirs</a:t>
            </a:r>
            <a:endParaRPr sz="1500"/>
          </a:p>
          <a:p>
            <a:pPr indent="-323850" lvl="0" marL="457200" rtl="0" algn="l">
              <a:lnSpc>
                <a:spcPct val="115000"/>
              </a:lnSpc>
              <a:spcBef>
                <a:spcPts val="0"/>
              </a:spcBef>
              <a:spcAft>
                <a:spcPts val="0"/>
              </a:spcAft>
              <a:buSzPts val="1500"/>
              <a:buChar char="●"/>
            </a:pPr>
            <a:r>
              <a:rPr lang="en" sz="1500"/>
              <a:t>All output dirs chmod 775 .. jobs never fail on missing permissions</a:t>
            </a:r>
            <a:endParaRPr sz="1500"/>
          </a:p>
          <a:p>
            <a:pPr indent="-323850" lvl="0" marL="457200" rtl="0" algn="l">
              <a:lnSpc>
                <a:spcPct val="115000"/>
              </a:lnSpc>
              <a:spcBef>
                <a:spcPts val="0"/>
              </a:spcBef>
              <a:spcAft>
                <a:spcPts val="0"/>
              </a:spcAft>
              <a:buSzPts val="1500"/>
              <a:buChar char="●"/>
            </a:pPr>
            <a:r>
              <a:rPr lang="en" sz="1500"/>
              <a:t>--dry-run flag .. preview hdfs commands without a live cluster</a:t>
            </a:r>
            <a:endParaRPr sz="1500"/>
          </a:p>
        </p:txBody>
      </p:sp>
      <p:pic>
        <p:nvPicPr>
          <p:cNvPr id="808" name="Google Shape;808;p104" title="438prepreport.png"/>
          <p:cNvPicPr preferRelativeResize="0"/>
          <p:nvPr/>
        </p:nvPicPr>
        <p:blipFill>
          <a:blip r:embed="rId3">
            <a:alphaModFix/>
          </a:blip>
          <a:stretch>
            <a:fillRect/>
          </a:stretch>
        </p:blipFill>
        <p:spPr>
          <a:xfrm>
            <a:off x="0" y="2287200"/>
            <a:ext cx="3820775" cy="2856300"/>
          </a:xfrm>
          <a:prstGeom prst="rect">
            <a:avLst/>
          </a:prstGeom>
          <a:noFill/>
          <a:ln>
            <a:noFill/>
          </a:ln>
        </p:spPr>
      </p:pic>
      <p:pic>
        <p:nvPicPr>
          <p:cNvPr id="809" name="Google Shape;809;p104" title="438organizehdfs1.png"/>
          <p:cNvPicPr preferRelativeResize="0"/>
          <p:nvPr/>
        </p:nvPicPr>
        <p:blipFill>
          <a:blip r:embed="rId4">
            <a:alphaModFix/>
          </a:blip>
          <a:stretch>
            <a:fillRect/>
          </a:stretch>
        </p:blipFill>
        <p:spPr>
          <a:xfrm>
            <a:off x="3820775" y="2287200"/>
            <a:ext cx="5323224" cy="1484025"/>
          </a:xfrm>
          <a:prstGeom prst="rect">
            <a:avLst/>
          </a:prstGeom>
          <a:noFill/>
          <a:ln>
            <a:noFill/>
          </a:ln>
        </p:spPr>
      </p:pic>
      <p:pic>
        <p:nvPicPr>
          <p:cNvPr id="810" name="Google Shape;810;p104" title="438organizehdfs2.png"/>
          <p:cNvPicPr preferRelativeResize="0"/>
          <p:nvPr/>
        </p:nvPicPr>
        <p:blipFill>
          <a:blip r:embed="rId5">
            <a:alphaModFix/>
          </a:blip>
          <a:stretch>
            <a:fillRect/>
          </a:stretch>
        </p:blipFill>
        <p:spPr>
          <a:xfrm>
            <a:off x="3820775" y="3771225"/>
            <a:ext cx="5323225" cy="1372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05"/>
          <p:cNvSpPr txBox="1"/>
          <p:nvPr>
            <p:ph type="title"/>
          </p:nvPr>
        </p:nvSpPr>
        <p:spPr>
          <a:xfrm>
            <a:off x="284850" y="285900"/>
            <a:ext cx="6423900" cy="587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sz="2000"/>
              <a:t>Future Research</a:t>
            </a:r>
            <a:endParaRPr sz="2000"/>
          </a:p>
        </p:txBody>
      </p:sp>
      <p:sp>
        <p:nvSpPr>
          <p:cNvPr id="816" name="Google Shape;816;p105"/>
          <p:cNvSpPr txBox="1"/>
          <p:nvPr>
            <p:ph idx="4294967295"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SzPts val="1200"/>
              <a:buNone/>
            </a:pPr>
            <a:r>
              <a:rPr lang="en" sz="1500"/>
              <a:t>Run full TF-IDF and n-gram pipeline on live Hadoop cluster at scale</a:t>
            </a:r>
            <a:endParaRPr sz="1500"/>
          </a:p>
          <a:p>
            <a:pPr indent="0" lvl="0" marL="0" rtl="0" algn="l">
              <a:lnSpc>
                <a:spcPct val="200000"/>
              </a:lnSpc>
              <a:spcBef>
                <a:spcPts val="0"/>
              </a:spcBef>
              <a:spcAft>
                <a:spcPts val="0"/>
              </a:spcAft>
              <a:buSzPts val="1200"/>
              <a:buNone/>
            </a:pPr>
            <a:r>
              <a:rPr lang="en" sz="1500"/>
              <a:t>Validate preliminary findings across the complete 1.9M word corpus</a:t>
            </a:r>
            <a:endParaRPr sz="1500"/>
          </a:p>
          <a:p>
            <a:pPr indent="0" lvl="0" marL="0" rtl="0" algn="l">
              <a:lnSpc>
                <a:spcPct val="200000"/>
              </a:lnSpc>
              <a:spcBef>
                <a:spcPts val="0"/>
              </a:spcBef>
              <a:spcAft>
                <a:spcPts val="0"/>
              </a:spcAft>
              <a:buSzPts val="1200"/>
              <a:buNone/>
            </a:pPr>
            <a:r>
              <a:rPr lang="en" sz="1500"/>
              <a:t>Expand dataset: additional novels, broader popularity signals</a:t>
            </a:r>
            <a:endParaRPr sz="1500"/>
          </a:p>
          <a:p>
            <a:pPr indent="0" lvl="0" marL="0" rtl="0" algn="l">
              <a:lnSpc>
                <a:spcPct val="200000"/>
              </a:lnSpc>
              <a:spcBef>
                <a:spcPts val="0"/>
              </a:spcBef>
              <a:spcAft>
                <a:spcPts val="0"/>
              </a:spcAft>
              <a:buSzPts val="1200"/>
              <a:buNone/>
            </a:pPr>
            <a:r>
              <a:rPr lang="en" sz="1500"/>
              <a:t>Explore alternative popularity metrics beyond download counts</a:t>
            </a:r>
            <a:endParaRPr sz="1500"/>
          </a:p>
          <a:p>
            <a:pPr indent="0" lvl="0" marL="0" rtl="0" algn="l">
              <a:lnSpc>
                <a:spcPct val="200000"/>
              </a:lnSpc>
              <a:spcBef>
                <a:spcPts val="0"/>
              </a:spcBef>
              <a:spcAft>
                <a:spcPts val="0"/>
              </a:spcAft>
              <a:buSzPts val="1200"/>
              <a:buNone/>
            </a:pPr>
            <a:r>
              <a:rPr lang="en" sz="1500"/>
              <a:t>Test scalability by varying number of MapReduce nodes</a:t>
            </a:r>
            <a:endParaRPr sz="1500"/>
          </a:p>
          <a:p>
            <a:pPr indent="0" lvl="0" marL="0" rtl="0" algn="l">
              <a:lnSpc>
                <a:spcPct val="200000"/>
              </a:lnSpc>
              <a:spcBef>
                <a:spcPts val="0"/>
              </a:spcBef>
              <a:spcAft>
                <a:spcPts val="0"/>
              </a:spcAft>
              <a:buSzPts val="1200"/>
              <a:buNone/>
            </a:pPr>
            <a:r>
              <a:rPr lang="en" sz="1500"/>
              <a:t>Apply pipeline to other literary corpora or languages</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06"/>
          <p:cNvSpPr txBox="1"/>
          <p:nvPr>
            <p:ph type="title"/>
          </p:nvPr>
        </p:nvSpPr>
        <p:spPr>
          <a:xfrm>
            <a:off x="284850" y="285900"/>
            <a:ext cx="6423900" cy="587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sz="2000"/>
              <a:t>Conclusion</a:t>
            </a:r>
            <a:endParaRPr sz="2000"/>
          </a:p>
        </p:txBody>
      </p:sp>
      <p:sp>
        <p:nvSpPr>
          <p:cNvPr id="822" name="Google Shape;822;p106"/>
          <p:cNvSpPr txBox="1"/>
          <p:nvPr>
            <p:ph idx="4294967295"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SzPts val="1200"/>
              <a:buNone/>
            </a:pPr>
            <a:r>
              <a:rPr lang="en" sz="1500"/>
              <a:t>Built a distributed text mining pipeline using Hadoop MapReduce and HDFS</a:t>
            </a:r>
            <a:endParaRPr sz="1500"/>
          </a:p>
          <a:p>
            <a:pPr indent="0" lvl="0" marL="0" rtl="0" algn="l">
              <a:lnSpc>
                <a:spcPct val="200000"/>
              </a:lnSpc>
              <a:spcBef>
                <a:spcPts val="0"/>
              </a:spcBef>
              <a:spcAft>
                <a:spcPts val="0"/>
              </a:spcAft>
              <a:buSzPts val="1200"/>
              <a:buNone/>
            </a:pPr>
            <a:r>
              <a:rPr lang="en" sz="1500"/>
              <a:t>Corpus: 24 novels across HIGH, MEDIUM, LOW popularity tiers — 1.9M words</a:t>
            </a:r>
            <a:endParaRPr sz="1500"/>
          </a:p>
          <a:p>
            <a:pPr indent="0" lvl="0" marL="0" rtl="0" algn="l">
              <a:lnSpc>
                <a:spcPct val="200000"/>
              </a:lnSpc>
              <a:spcBef>
                <a:spcPts val="0"/>
              </a:spcBef>
              <a:spcAft>
                <a:spcPts val="0"/>
              </a:spcAft>
              <a:buSzPts val="1200"/>
              <a:buNone/>
            </a:pPr>
            <a:r>
              <a:rPr lang="en" sz="1500"/>
              <a:t>Preliminary results show measurable linguistic differences across tiers</a:t>
            </a:r>
            <a:endParaRPr sz="1500"/>
          </a:p>
          <a:p>
            <a:pPr indent="0" lvl="0" marL="0" rtl="0" algn="l">
              <a:lnSpc>
                <a:spcPct val="200000"/>
              </a:lnSpc>
              <a:spcBef>
                <a:spcPts val="0"/>
              </a:spcBef>
              <a:spcAft>
                <a:spcPts val="0"/>
              </a:spcAft>
              <a:buSzPts val="1200"/>
              <a:buNone/>
            </a:pPr>
            <a:r>
              <a:rPr lang="en" sz="1500"/>
              <a:t>HIGH tier: shorter sentences, simpler vocabulary, higher lexical diversity</a:t>
            </a:r>
            <a:endParaRPr sz="1500"/>
          </a:p>
          <a:p>
            <a:pPr indent="0" lvl="0" marL="0" rtl="0" algn="l">
              <a:lnSpc>
                <a:spcPct val="200000"/>
              </a:lnSpc>
              <a:spcBef>
                <a:spcPts val="0"/>
              </a:spcBef>
              <a:spcAft>
                <a:spcPts val="0"/>
              </a:spcAft>
              <a:buSzPts val="1200"/>
              <a:buNone/>
            </a:pPr>
            <a:r>
              <a:rPr lang="en" sz="1500"/>
              <a:t>LOW tier: longer sentences, archaic vocabulary, lower local diversity</a:t>
            </a:r>
            <a:endParaRPr sz="1500"/>
          </a:p>
          <a:p>
            <a:pPr indent="0" lvl="0" marL="0" rtl="0" algn="l">
              <a:lnSpc>
                <a:spcPct val="200000"/>
              </a:lnSpc>
              <a:spcBef>
                <a:spcPts val="0"/>
              </a:spcBef>
              <a:spcAft>
                <a:spcPts val="0"/>
              </a:spcAft>
              <a:buSzPts val="1200"/>
              <a:buNone/>
            </a:pPr>
            <a:r>
              <a:rPr lang="en" sz="1500"/>
              <a:t>System containerized via Singularity for full reproducibility</a:t>
            </a:r>
            <a:endParaRPr sz="1500"/>
          </a:p>
        </p:txBody>
      </p:sp>
      <p:sp>
        <p:nvSpPr>
          <p:cNvPr id="823" name="Google Shape;823;p10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4" name="Google Shape;824;p10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